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68B7FD92.xml" ContentType="application/vnd.openxmlformats-officedocument.presentationml.slideMaster+xml"/>
  <Override PartName="/ppt/slides/slide_A01_11BA375F.xml" ContentType="application/vnd.openxmlformats-officedocument.presentationml.slide+xml"/>
  <Override PartName="/ppt/slides/slide_A02_C41E6B92.xml" ContentType="application/vnd.openxmlformats-officedocument.presentationml.slide+xml"/>
  <Override PartName="/ppt/slides/slide_A03_9AC3669E.xml" ContentType="application/vnd.openxmlformats-officedocument.presentationml.slide+xml"/>
  <Override PartName="/ppt/slides/slide_A04_107C429D.xml" ContentType="application/vnd.openxmlformats-officedocument.presentationml.slide+xml"/>
  <Override PartName="/ppt/slides/slide_A05_3F8A8F6A.xml" ContentType="application/vnd.openxmlformats-officedocument.presentationml.slide+xml"/>
  <Override PartName="/ppt/slides/slide_A06_D9D105EB.xml" ContentType="application/vnd.openxmlformats-officedocument.presentationml.slide+xml"/>
  <Override PartName="/ppt/slides/slide_A07_2D044F96.xml" ContentType="application/vnd.openxmlformats-officedocument.presentationml.slide+xml"/>
  <Override PartName="/ppt/slides/slide_A08_976ED6C6.xml" ContentType="application/vnd.openxmlformats-officedocument.presentationml.slide+xml"/>
  <Override PartName="/ppt/slides/slide_A09_B3255E11.xml" ContentType="application/vnd.openxmlformats-officedocument.presentationml.slide+xml"/>
  <Override PartName="/ppt/slides/slide_A0A_71543AA9.xml" ContentType="application/vnd.openxmlformats-officedocument.presentationml.slide+xml"/>
  <Override PartName="/ppt/slides/slide_A0B_3A815FF1.xml" ContentType="application/vnd.openxmlformats-officedocument.presentationml.slide+xml"/>
  <Override PartName="/ppt/slides/slide_A0C_1D797EAD.xml" ContentType="application/vnd.openxmlformats-officedocument.presentationml.slide+xml"/>
  <Override PartName="/ppt/slides/slide_A0D_5EA290F2.xml" ContentType="application/vnd.openxmlformats-officedocument.presentationml.slide+xml"/>
  <Override PartName="/ppt/slides/slide_A0E_98EE894.xml" ContentType="application/vnd.openxmlformats-officedocument.presentationml.slide+xml"/>
  <Override PartName="/ppt/slides/slide_A0F_DFC43710.xml" ContentType="application/vnd.openxmlformats-officedocument.presentationml.slide+xml"/>
  <Override PartName="/ppt/slides/slide_A10_FFC19452.xml" ContentType="application/vnd.openxmlformats-officedocument.presentationml.slide+xml"/>
  <Override PartName="/ppt/notesMasters/notesMaster_0_AD660679.xml" ContentType="application/vnd.openxmlformats-officedocument.presentationml.notesMaster+xml"/>
  <Override PartName="/ppt/presProps.xml" ContentType="application/vnd.openxmlformats-officedocument.presentationml.presProps+xml"/>
  <Override PartName="/ppt/theme/theme_80000000_68B7FD92.xml" ContentType="application/vnd.openxmlformats-officedocument.theme+xml"/>
  <Override PartName="/ppt/tableStyles.xml" ContentType="application/vnd.openxmlformats-officedocument.presentationml.tableStyles+xml"/>
  <Override PartName="/ppt/slideLayouts/slideLayout_80000001_6946223E.xml" ContentType="application/vnd.openxmlformats-officedocument.presentationml.slideLayout+xml"/>
  <Override PartName="/ppt/slideLayouts/slideLayout_80000002_EC777A53.xml" ContentType="application/vnd.openxmlformats-officedocument.presentationml.slideLayout+xml"/>
  <Override PartName="/ppt/slideLayouts/slideLayout_80000003_9A9E7446.xml" ContentType="application/vnd.openxmlformats-officedocument.presentationml.slideLayout+xml"/>
  <Override PartName="/ppt/slideLayouts/slideLayout_80000004_AD533FE5.xml" ContentType="application/vnd.openxmlformats-officedocument.presentationml.slideLayout+xml"/>
  <Override PartName="/ppt/slideLayouts/slideLayout_80000005_9E3D59DC.xml" ContentType="application/vnd.openxmlformats-officedocument.presentationml.slideLayout+xml"/>
  <Override PartName="/ppt/slideLayouts/slideLayout_80000006_36A26BC0.xml" ContentType="application/vnd.openxmlformats-officedocument.presentationml.slideLayout+xml"/>
  <Override PartName="/ppt/slideLayouts/slideLayout_80000007_276230F5.xml" ContentType="application/vnd.openxmlformats-officedocument.presentationml.slideLayout+xml"/>
  <Override PartName="/ppt/slideLayouts/slideLayout_80000008_4B08CF9A.xml" ContentType="application/vnd.openxmlformats-officedocument.presentationml.slideLayout+xml"/>
  <Override PartName="/ppt/slideLayouts/slideLayout_80000009_A56ECD7A.xml" ContentType="application/vnd.openxmlformats-officedocument.presentationml.slideLayout+xml"/>
  <Override PartName="/ppt/slideLayouts/slideLayout_8000000A_ABECF177.xml" ContentType="application/vnd.openxmlformats-officedocument.presentationml.slideLayout+xml"/>
  <Override PartName="/ppt/slideLayouts/slideLayout_8000000B_4C852C1E.xml" ContentType="application/vnd.openxmlformats-officedocument.presentationml.slideLayout+xml"/>
  <Override PartName="/ppt/slideLayouts/slideLayout_80000018_46C90886.xml" ContentType="application/vnd.openxmlformats-officedocument.presentationml.slideLayout+xml"/>
  <Override PartName="/ppt/slideLayouts/slideLayout_80000019_B78BAB53.xml" ContentType="application/vnd.openxmlformats-officedocument.presentationml.slideLayout+xml"/>
  <Override PartName="/ppt/slideLayouts/slideLayout_8000001A_C3CEC3DE.xml" ContentType="application/vnd.openxmlformats-officedocument.presentationml.slideLayout+xml"/>
  <Override PartName="/ppt/slideLayouts/slideLayout_8000001B_7B3A2858.xml" ContentType="application/vnd.openxmlformats-officedocument.presentationml.slideLayout+xml"/>
  <Override PartName="/ppt/slideLayouts/slideLayout_8000001C_A8621338.xml" ContentType="application/vnd.openxmlformats-officedocument.presentationml.slideLayout+xml"/>
  <Override PartName="/ppt/slideLayouts/slideLayout_8000001D_C08363DB.xml" ContentType="application/vnd.openxmlformats-officedocument.presentationml.slideLayout+xml"/>
  <Override PartName="/ppt/slideLayouts/slideLayout_8000001E_648033C7.xml" ContentType="application/vnd.openxmlformats-officedocument.presentationml.slideLayout+xml"/>
  <Override PartName="/ppt/slideLayouts/slideLayout_8000001F_8C065ED3.xml" ContentType="application/vnd.openxmlformats-officedocument.presentationml.slideLayout+xml"/>
  <Override PartName="/ppt/slideLayouts/slideLayout_80000020_6131B141.xml" ContentType="application/vnd.openxmlformats-officedocument.presentationml.slideLayout+xml"/>
  <Override PartName="/ppt/slideLayouts/slideLayout_80000021_1E29DFD0.xml" ContentType="application/vnd.openxmlformats-officedocument.presentationml.slideLayout+xml"/>
  <Override PartName="/ppt/slideLayouts/slideLayout_80000022_25CE817D.xml" ContentType="application/vnd.openxmlformats-officedocument.presentationml.slideLayout+xml"/>
  <Override PartName="/ppt/slideLayouts/slideLayout_80000023_C6CEE46F.xml" ContentType="application/vnd.openxmlformats-officedocument.presentationml.slideLayout+xml"/>
  <Override PartName="/ppt/slideLayouts/slideLayout_80000024_7821AAEB.xml" ContentType="application/vnd.openxmlformats-officedocument.presentationml.slideLayout+xml"/>
  <Override PartName="/ppt/slideLayouts/slideLayout_80000025_F277239B.xml" ContentType="application/vnd.openxmlformats-officedocument.presentationml.slideLayout+xml"/>
  <Override PartName="/ppt/slideLayouts/slideLayout_80000026_5E0B93ED.xml" ContentType="application/vnd.openxmlformats-officedocument.presentationml.slideLayout+xml"/>
  <Override PartName="/ppt/slideLayouts/slideLayout_80000027_1679B430.xml" ContentType="application/vnd.openxmlformats-officedocument.presentationml.slideLayout+xml"/>
  <Override PartName="/ppt/slideLayouts/slideLayout_80000028_E8A685BC.xml" ContentType="application/vnd.openxmlformats-officedocument.presentationml.slideLayout+xml"/>
  <Override PartName="/ppt/slideLayouts/slideLayout_80000029_CA2BCCC7.xml" ContentType="application/vnd.openxmlformats-officedocument.presentationml.slideLayout+xml"/>
  <Override PartName="/ppt/slideLayouts/slideLayout_8000002A_D7260CA1.xml" ContentType="application/vnd.openxmlformats-officedocument.presentationml.slideLayout+xml"/>
  <Override PartName="/ppt/slideLayouts/slideLayout_8000002B_3822058F.xml" ContentType="application/vnd.openxmlformats-officedocument.presentationml.slideLayout+xml"/>
  <Override PartName="/ppt/slideLayouts/slideLayout_8000002C_23F65A4B.xml" ContentType="application/vnd.openxmlformats-officedocument.presentationml.slideLayout+xml"/>
  <Override PartName="/ppt/slideLayouts/slideLayout_8000002D_106CFAF3.xml" ContentType="application/vnd.openxmlformats-officedocument.presentationml.slideLayout+xml"/>
  <Override PartName="/ppt/slideLayouts/slideLayout_8000002E_679EC9C7.xml" ContentType="application/vnd.openxmlformats-officedocument.presentationml.slideLayout+xml"/>
  <Override PartName="/ppt/slideLayouts/slideLayout_8000002F_617C33A0.xml" ContentType="application/vnd.openxmlformats-officedocument.presentationml.slideLayout+xml"/>
  <Override PartName="/ppt/slideLayouts/slideLayout_80000030_6267A347.xml" ContentType="application/vnd.openxmlformats-officedocument.presentationml.slideLayout+xml"/>
  <Override PartName="/ppt/slideLayouts/slideLayout_80000031_9EE024B2.xml" ContentType="application/vnd.openxmlformats-officedocument.presentationml.slideLayout+xml"/>
  <Override PartName="/ppt/slideLayouts/slideLayout_80000032_959102AC.xml" ContentType="application/vnd.openxmlformats-officedocument.presentationml.slideLayout+xml"/>
  <Override PartName="/ppt/slideLayouts/slideLayout_80000033_4C7EBE3D.xml" ContentType="application/vnd.openxmlformats-officedocument.presentationml.slideLayout+xml"/>
  <Override PartName="/ppt/slideLayouts/slideLayout_80000034_9914E5DA.xml" ContentType="application/vnd.openxmlformats-officedocument.presentationml.slideLayout+xml"/>
  <Override PartName="/ppt/slideLayouts/slideLayout_80000035_3EE35967.xml" ContentType="application/vnd.openxmlformats-officedocument.presentationml.slideLayout+xml"/>
  <Override PartName="/ppt/slideLayouts/slideLayout_80000036_5F28AB60.xml" ContentType="application/vnd.openxmlformats-officedocument.presentationml.slideLayout+xml"/>
  <Override PartName="/ppt/slideLayouts/slideLayout_80000037_66833900.xml" ContentType="application/vnd.openxmlformats-officedocument.presentationml.slideLayout+xml"/>
  <Override PartName="/ppt/slideLayouts/slideLayout_80000038_1850EE56.xml" ContentType="application/vnd.openxmlformats-officedocument.presentationml.slideLayout+xml"/>
  <Override PartName="/ppt/slideLayouts/slideLayout_80000039_ABD4AA85.xml" ContentType="application/vnd.openxmlformats-officedocument.presentationml.slideLayout+xml"/>
  <Override PartName="/ppt/slideLayouts/slideLayout_8000003A_C5140F5D.xml" ContentType="application/vnd.openxmlformats-officedocument.presentationml.slideLayout+xml"/>
  <Override PartName="/ppt/slideLayouts/slideLayout_8000003B_880E999F.xml" ContentType="application/vnd.openxmlformats-officedocument.presentationml.slideLayout+xml"/>
  <Override PartName="/ppt/slideLayouts/slideLayout_8000003C_A861D911.xml" ContentType="application/vnd.openxmlformats-officedocument.presentationml.slideLayout+xml"/>
  <Override PartName="/ppt/slideLayouts/slideLayout_8000003D_A9F62C33.xml" ContentType="application/vnd.openxmlformats-officedocument.presentationml.slideLayout+xml"/>
  <Override PartName="/ppt/slideLayouts/slideLayout_8000003E_3850D7C2.xml" ContentType="application/vnd.openxmlformats-officedocument.presentationml.slideLayout+xml"/>
  <Override PartName="/ppt/slideLayouts/slideLayout_8000003F_50D9498B.xml" ContentType="application/vnd.openxmlformats-officedocument.presentationml.slideLayout+xml"/>
  <Override PartName="/ppt/slideLayouts/slideLayout_80000040_6578C611.xml" ContentType="application/vnd.openxmlformats-officedocument.presentationml.slideLayout+xml"/>
  <Override PartName="/ppt/slideLayouts/slideLayout_80000041_973D346D.xml" ContentType="application/vnd.openxmlformats-officedocument.presentationml.slideLayout+xml"/>
  <Override PartName="/ppt/slideLayouts/slideLayout_80000042_3CA6A59.xml" ContentType="application/vnd.openxmlformats-officedocument.presentationml.slideLayout+xml"/>
  <Override PartName="/ppt/slideLayouts/slideLayout_80000043_E63DCD27.xml" ContentType="application/vnd.openxmlformats-officedocument.presentationml.slideLayout+xml"/>
  <Override PartName="/ppt/slideLayouts/slideLayout_80000044_1E9CD55C.xml" ContentType="application/vnd.openxmlformats-officedocument.presentationml.slideLayout+xml"/>
  <Override PartName="/ppt/slideLayouts/slideLayout_80000045_164EDCBD.xml" ContentType="application/vnd.openxmlformats-officedocument.presentationml.slideLayout+xml"/>
  <Override PartName="/ppt/slideLayouts/slideLayout_80000046_8A944EDB.xml" ContentType="application/vnd.openxmlformats-officedocument.presentationml.slideLayout+xml"/>
  <Override PartName="/ppt/slideLayouts/slideLayout_80000047_3C7AB505.xml" ContentType="application/vnd.openxmlformats-officedocument.presentationml.slideLayout+xml"/>
  <Override PartName="/ppt/slideLayouts/slideLayout_80000048_1479DCBE.xml" ContentType="application/vnd.openxmlformats-officedocument.presentationml.slideLayout+xml"/>
  <Override PartName="/ppt/theme/theme_0_AD660679.xml" ContentType="application/vnd.openxmlformats-officedocument.theme+xml"/>
  <Override PartName="/ppt/notesSlides/notesSlide_A01_11BA375F.xml" ContentType="application/vnd.openxmlformats-officedocument.presentationml.notesSlide+xml"/>
  <Override PartName="/ppt/notesSlides/notesSlide_A02_C41E6B92.xml" ContentType="application/vnd.openxmlformats-officedocument.presentationml.notesSlide+xml"/>
  <Override PartName="/ppt/notesSlides/notesSlide_A03_9AC3669E.xml" ContentType="application/vnd.openxmlformats-officedocument.presentationml.notesSlide+xml"/>
  <Override PartName="/ppt/notesSlides/notesSlide_A04_107C429D.xml" ContentType="application/vnd.openxmlformats-officedocument.presentationml.notesSlide+xml"/>
  <Override PartName="/ppt/notesSlides/notesSlide_A05_3F8A8F6A.xml" ContentType="application/vnd.openxmlformats-officedocument.presentationml.notesSlide+xml"/>
  <Override PartName="/ppt/notesSlides/notesSlide_A06_D9D105EB.xml" ContentType="application/vnd.openxmlformats-officedocument.presentationml.notesSlide+xml"/>
  <Override PartName="/ppt/notesSlides/notesSlide_A07_2D044F96.xml" ContentType="application/vnd.openxmlformats-officedocument.presentationml.notesSlide+xml"/>
  <Override PartName="/ppt/notesSlides/notesSlide_A08_976ED6C6.xml" ContentType="application/vnd.openxmlformats-officedocument.presentationml.notesSlide+xml"/>
  <Override PartName="/ppt/notesSlides/notesSlide_A09_B3255E11.xml" ContentType="application/vnd.openxmlformats-officedocument.presentationml.notesSlide+xml"/>
  <Override PartName="/ppt/notesSlides/notesSlide_A0A_71543AA9.xml" ContentType="application/vnd.openxmlformats-officedocument.presentationml.notesSlide+xml"/>
  <Override PartName="/ppt/notesSlides/notesSlide_A0B_3A815FF1.xml" ContentType="application/vnd.openxmlformats-officedocument.presentationml.notesSlide+xml"/>
  <Override PartName="/ppt/notesSlides/notesSlide_A0C_1D797EAD.xml" ContentType="application/vnd.openxmlformats-officedocument.presentationml.notesSlide+xml"/>
  <Override PartName="/ppt/notesSlides/notesSlide_A0D_5EA290F2.xml" ContentType="application/vnd.openxmlformats-officedocument.presentationml.notesSlide+xml"/>
  <Override PartName="/ppt/notesSlides/notesSlide_A0E_98EE894.xml" ContentType="application/vnd.openxmlformats-officedocument.presentationml.notesSlide+xml"/>
  <Override PartName="/ppt/notesSlides/notesSlide_A0F_DFC43710.xml" ContentType="application/vnd.openxmlformats-officedocument.presentationml.notesSlide+xml"/>
  <Override PartName="/ppt/notesSlides/notesSlide_A10_FFC19452.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to Object-Oriented Programming (OOP) in Python" id="{A71215DA-4C0C-464A-8A7A-AEB17E3FD6C1}">
          <p14:sldIdLst>
            <p14:sldId id="2561"/>
          </p14:sldIdLst>
        </p14:section>
        <p14:section name="Foundations of Object-Oriented Programming" id="{766939D2-78F8-4C15-B06F-24F518265C41}">
          <p14:sldIdLst>
            <p14:sldId id="2562"/>
            <p14:sldId id="2563"/>
            <p14:sldId id="2564"/>
            <p14:sldId id="2565"/>
          </p14:sldIdLst>
        </p14:section>
        <p14:section name="Core OOP Concepts in Python" id="{DD0C4BAD-D0E2-4105-A5CF-EE12172035BF}">
          <p14:sldIdLst>
            <p14:sldId id="2566"/>
            <p14:sldId id="2567"/>
            <p14:sldId id="2568"/>
            <p14:sldId id="2569"/>
          </p14:sldIdLst>
        </p14:section>
        <p14:section name="Key OOP Principles" id="{FE833442-4409-4747-96CB-498DAD5F460D}">
          <p14:sldIdLst>
            <p14:sldId id="2570"/>
            <p14:sldId id="2571"/>
            <p14:sldId id="2572"/>
            <p14:sldId id="2573"/>
          </p14:sldIdLst>
        </p14:section>
        <p14:section name="Practical Usage and Best Practices" id="{D6D31457-7D41-4E7C-86D2-F421859AA52F}">
          <p14:sldIdLst>
            <p14:sldId id="2574"/>
            <p14:sldId id="2575"/>
            <p14:sldId id="25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2D044F96.xml"/><Relationship Id="rId13" Type="http://schemas.openxmlformats.org/officeDocument/2006/relationships/slide" Target="slides/slide_A0C_1D797EAD.xml"/><Relationship Id="rId18" Type="http://schemas.openxmlformats.org/officeDocument/2006/relationships/notesMaster" Target="notesMasters/notesMaster_0_AD660679.xml"/><Relationship Id="rId3" Type="http://schemas.openxmlformats.org/officeDocument/2006/relationships/slide" Target="slides/slide_A02_C41E6B92.xml"/><Relationship Id="rId21" Type="http://schemas.openxmlformats.org/officeDocument/2006/relationships/tableStyles" Target="tableStyles.xml"/><Relationship Id="rId7" Type="http://schemas.openxmlformats.org/officeDocument/2006/relationships/slide" Target="slides/slide_A06_D9D105EB.xml"/><Relationship Id="rId12" Type="http://schemas.openxmlformats.org/officeDocument/2006/relationships/slide" Target="slides/slide_A0B_3A815FF1.xml"/><Relationship Id="rId17" Type="http://schemas.openxmlformats.org/officeDocument/2006/relationships/slide" Target="slides/slide_A10_FFC19452.xml"/><Relationship Id="rId2" Type="http://schemas.openxmlformats.org/officeDocument/2006/relationships/slide" Target="slides/slide_A01_11BA375F.xml"/><Relationship Id="rId16" Type="http://schemas.openxmlformats.org/officeDocument/2006/relationships/slide" Target="slides/slide_A0F_DFC43710.xml"/><Relationship Id="rId20" Type="http://schemas.openxmlformats.org/officeDocument/2006/relationships/theme" Target="theme/theme_80000000_68B7FD92.xml"/><Relationship Id="rId1" Type="http://schemas.openxmlformats.org/officeDocument/2006/relationships/slideMaster" Target="slideMasters/slideMaster_80000000_68B7FD92.xml"/><Relationship Id="rId6" Type="http://schemas.openxmlformats.org/officeDocument/2006/relationships/slide" Target="slides/slide_A05_3F8A8F6A.xml"/><Relationship Id="rId11" Type="http://schemas.openxmlformats.org/officeDocument/2006/relationships/slide" Target="slides/slide_A0A_71543AA9.xml"/><Relationship Id="rId5" Type="http://schemas.openxmlformats.org/officeDocument/2006/relationships/slide" Target="slides/slide_A04_107C429D.xml"/><Relationship Id="rId15" Type="http://schemas.openxmlformats.org/officeDocument/2006/relationships/slide" Target="slides/slide_A0E_98EE894.xml"/><Relationship Id="rId10" Type="http://schemas.openxmlformats.org/officeDocument/2006/relationships/slide" Target="slides/slide_A09_B3255E11.xml"/><Relationship Id="rId19" Type="http://schemas.openxmlformats.org/officeDocument/2006/relationships/presProps" Target="presProps.xml"/><Relationship Id="rId4" Type="http://schemas.openxmlformats.org/officeDocument/2006/relationships/slide" Target="slides/slide_A03_9AC3669E.xml"/><Relationship Id="rId9" Type="http://schemas.openxmlformats.org/officeDocument/2006/relationships/slide" Target="slides/slide_A08_976ED6C6.xml"/><Relationship Id="rId14" Type="http://schemas.openxmlformats.org/officeDocument/2006/relationships/slide" Target="slides/slide_A0D_5EA290F2.xml"/></Relationships>
</file>

<file path=ppt/notesMasters/_rels/notesMaster_0_AD660679.xml.rels><?xml version="1.0" encoding="UTF-8" standalone="yes"?>
<Relationships xmlns="http://schemas.openxmlformats.org/package/2006/relationships"><Relationship Id="rId1" Type="http://schemas.openxmlformats.org/officeDocument/2006/relationships/theme" Target="../theme/theme_0_AD660679.xml"/></Relationships>
</file>

<file path=ppt/notesMasters/notesMaster_0_AD660679.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E62AAE-CD41-42C5-9E3F-34119927C549}"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3D226E-3AE7-48D9-B3AD-FA10697C1B0C}" type="slidenum">
              <a:t/>
            </a:fld>
            <a:endParaRPr lang="en-US"/>
          </a:p>
        </p:txBody>
      </p:sp>
    </p:spTree>
    <p:extLst>
      <p:ext uri="{BB962C8B-B14F-4D97-AF65-F5344CB8AC3E}">
        <p14:creationId xmlns:p14="http://schemas.microsoft.com/office/powerpoint/2010/main" val="2909144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71543AA9.xml.rels><?xml version="1.0" encoding="UTF-8" standalone="yes"?>
<Relationships xmlns="http://schemas.openxmlformats.org/package/2006/relationships"><Relationship Id="rId2" Type="http://schemas.openxmlformats.org/officeDocument/2006/relationships/slide" Target="../slides/slide_A0A_71543AA9.xml"/><Relationship Id="rId1" Type="http://schemas.openxmlformats.org/officeDocument/2006/relationships/notesMaster" Target="../notesMasters/notesMaster_0_AD660679.xml"/></Relationships>
</file>

<file path=ppt/notesSlides/_rels/notesSlide_A0B_3A815FF1.xml.rels><?xml version="1.0" encoding="UTF-8" standalone="yes"?>
<Relationships xmlns="http://schemas.openxmlformats.org/package/2006/relationships"><Relationship Id="rId2" Type="http://schemas.openxmlformats.org/officeDocument/2006/relationships/slide" Target="../slides/slide_A0B_3A815FF1.xml"/><Relationship Id="rId1" Type="http://schemas.openxmlformats.org/officeDocument/2006/relationships/notesMaster" Target="../notesMasters/notesMaster_0_AD660679.xml"/></Relationships>
</file>

<file path=ppt/notesSlides/_rels/notesSlide_A0C_1D797EAD.xml.rels><?xml version="1.0" encoding="UTF-8" standalone="yes"?>
<Relationships xmlns="http://schemas.openxmlformats.org/package/2006/relationships"><Relationship Id="rId2" Type="http://schemas.openxmlformats.org/officeDocument/2006/relationships/slide" Target="../slides/slide_A0C_1D797EAD.xml"/><Relationship Id="rId1" Type="http://schemas.openxmlformats.org/officeDocument/2006/relationships/notesMaster" Target="../notesMasters/notesMaster_0_AD660679.xml"/></Relationships>
</file>

<file path=ppt/notesSlides/_rels/notesSlide_A0D_5EA290F2.xml.rels><?xml version="1.0" encoding="UTF-8" standalone="yes"?>
<Relationships xmlns="http://schemas.openxmlformats.org/package/2006/relationships"><Relationship Id="rId2" Type="http://schemas.openxmlformats.org/officeDocument/2006/relationships/slide" Target="../slides/slide_A0D_5EA290F2.xml"/><Relationship Id="rId1" Type="http://schemas.openxmlformats.org/officeDocument/2006/relationships/notesMaster" Target="../notesMasters/notesMaster_0_AD660679.xml"/></Relationships>
</file>

<file path=ppt/notesSlides/_rels/notesSlide_A0E_98EE894.xml.rels><?xml version="1.0" encoding="UTF-8" standalone="yes"?>
<Relationships xmlns="http://schemas.openxmlformats.org/package/2006/relationships"><Relationship Id="rId2" Type="http://schemas.openxmlformats.org/officeDocument/2006/relationships/slide" Target="../slides/slide_A0E_98EE894.xml"/><Relationship Id="rId1" Type="http://schemas.openxmlformats.org/officeDocument/2006/relationships/notesMaster" Target="../notesMasters/notesMaster_0_AD660679.xml"/></Relationships>
</file>

<file path=ppt/notesSlides/_rels/notesSlide_A0F_DFC43710.xml.rels><?xml version="1.0" encoding="UTF-8" standalone="yes"?>
<Relationships xmlns="http://schemas.openxmlformats.org/package/2006/relationships"><Relationship Id="rId2" Type="http://schemas.openxmlformats.org/officeDocument/2006/relationships/slide" Target="../slides/slide_A0F_DFC43710.xml"/><Relationship Id="rId1" Type="http://schemas.openxmlformats.org/officeDocument/2006/relationships/notesMaster" Target="../notesMasters/notesMaster_0_AD660679.xml"/></Relationships>
</file>

<file path=ppt/notesSlides/_rels/notesSlide_A01_11BA375F.xml.rels><?xml version="1.0" encoding="UTF-8" standalone="yes"?>
<Relationships xmlns="http://schemas.openxmlformats.org/package/2006/relationships"><Relationship Id="rId2" Type="http://schemas.openxmlformats.org/officeDocument/2006/relationships/slide" Target="../slides/slide_A01_11BA375F.xml"/><Relationship Id="rId1" Type="http://schemas.openxmlformats.org/officeDocument/2006/relationships/notesMaster" Target="../notesMasters/notesMaster_0_AD660679.xml"/></Relationships>
</file>

<file path=ppt/notesSlides/_rels/notesSlide_A02_C41E6B92.xml.rels><?xml version="1.0" encoding="UTF-8" standalone="yes"?>
<Relationships xmlns="http://schemas.openxmlformats.org/package/2006/relationships"><Relationship Id="rId2" Type="http://schemas.openxmlformats.org/officeDocument/2006/relationships/slide" Target="../slides/slide_A02_C41E6B92.xml"/><Relationship Id="rId1" Type="http://schemas.openxmlformats.org/officeDocument/2006/relationships/notesMaster" Target="../notesMasters/notesMaster_0_AD660679.xml"/></Relationships>
</file>

<file path=ppt/notesSlides/_rels/notesSlide_A03_9AC3669E.xml.rels><?xml version="1.0" encoding="UTF-8" standalone="yes"?>
<Relationships xmlns="http://schemas.openxmlformats.org/package/2006/relationships"><Relationship Id="rId2" Type="http://schemas.openxmlformats.org/officeDocument/2006/relationships/slide" Target="../slides/slide_A03_9AC3669E.xml"/><Relationship Id="rId1" Type="http://schemas.openxmlformats.org/officeDocument/2006/relationships/notesMaster" Target="../notesMasters/notesMaster_0_AD660679.xml"/></Relationships>
</file>

<file path=ppt/notesSlides/_rels/notesSlide_A04_107C429D.xml.rels><?xml version="1.0" encoding="UTF-8" standalone="yes"?>
<Relationships xmlns="http://schemas.openxmlformats.org/package/2006/relationships"><Relationship Id="rId2" Type="http://schemas.openxmlformats.org/officeDocument/2006/relationships/slide" Target="../slides/slide_A04_107C429D.xml"/><Relationship Id="rId1" Type="http://schemas.openxmlformats.org/officeDocument/2006/relationships/notesMaster" Target="../notesMasters/notesMaster_0_AD660679.xml"/></Relationships>
</file>

<file path=ppt/notesSlides/_rels/notesSlide_A05_3F8A8F6A.xml.rels><?xml version="1.0" encoding="UTF-8" standalone="yes"?>
<Relationships xmlns="http://schemas.openxmlformats.org/package/2006/relationships"><Relationship Id="rId2" Type="http://schemas.openxmlformats.org/officeDocument/2006/relationships/slide" Target="../slides/slide_A05_3F8A8F6A.xml"/><Relationship Id="rId1" Type="http://schemas.openxmlformats.org/officeDocument/2006/relationships/notesMaster" Target="../notesMasters/notesMaster_0_AD660679.xml"/></Relationships>
</file>

<file path=ppt/notesSlides/_rels/notesSlide_A06_D9D105EB.xml.rels><?xml version="1.0" encoding="UTF-8" standalone="yes"?>
<Relationships xmlns="http://schemas.openxmlformats.org/package/2006/relationships"><Relationship Id="rId2" Type="http://schemas.openxmlformats.org/officeDocument/2006/relationships/slide" Target="../slides/slide_A06_D9D105EB.xml"/><Relationship Id="rId1" Type="http://schemas.openxmlformats.org/officeDocument/2006/relationships/notesMaster" Target="../notesMasters/notesMaster_0_AD660679.xml"/></Relationships>
</file>

<file path=ppt/notesSlides/_rels/notesSlide_A07_2D044F96.xml.rels><?xml version="1.0" encoding="UTF-8" standalone="yes"?>
<Relationships xmlns="http://schemas.openxmlformats.org/package/2006/relationships"><Relationship Id="rId2" Type="http://schemas.openxmlformats.org/officeDocument/2006/relationships/slide" Target="../slides/slide_A07_2D044F96.xml"/><Relationship Id="rId1" Type="http://schemas.openxmlformats.org/officeDocument/2006/relationships/notesMaster" Target="../notesMasters/notesMaster_0_AD660679.xml"/></Relationships>
</file>

<file path=ppt/notesSlides/_rels/notesSlide_A08_976ED6C6.xml.rels><?xml version="1.0" encoding="UTF-8" standalone="yes"?>
<Relationships xmlns="http://schemas.openxmlformats.org/package/2006/relationships"><Relationship Id="rId2" Type="http://schemas.openxmlformats.org/officeDocument/2006/relationships/slide" Target="../slides/slide_A08_976ED6C6.xml"/><Relationship Id="rId1" Type="http://schemas.openxmlformats.org/officeDocument/2006/relationships/notesMaster" Target="../notesMasters/notesMaster_0_AD660679.xml"/></Relationships>
</file>

<file path=ppt/notesSlides/_rels/notesSlide_A09_B3255E11.xml.rels><?xml version="1.0" encoding="UTF-8" standalone="yes"?>
<Relationships xmlns="http://schemas.openxmlformats.org/package/2006/relationships"><Relationship Id="rId2" Type="http://schemas.openxmlformats.org/officeDocument/2006/relationships/slide" Target="../slides/slide_A09_B3255E11.xml"/><Relationship Id="rId1" Type="http://schemas.openxmlformats.org/officeDocument/2006/relationships/notesMaster" Target="../notesMasters/notesMaster_0_AD660679.xml"/></Relationships>
</file>

<file path=ppt/notesSlides/_rels/notesSlide_A10_FFC19452.xml.rels><?xml version="1.0" encoding="UTF-8" standalone="yes"?>
<Relationships xmlns="http://schemas.openxmlformats.org/package/2006/relationships"><Relationship Id="rId2" Type="http://schemas.openxmlformats.org/officeDocument/2006/relationships/slide" Target="../slides/slide_A10_FFC19452.xml"/><Relationship Id="rId1" Type="http://schemas.openxmlformats.org/officeDocument/2006/relationships/notesMaster" Target="../notesMasters/notesMaster_0_AD660679.xml"/></Relationships>
</file>

<file path=ppt/notesSlides/notesSlide_A0A_71543AA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Encapsulation, Inheritance, Polymorphism</a:t>
            </a:r>
          </a:p>
        </p:txBody>
      </p:sp>
      <p:sp>
        <p:nvSpPr>
          <p:cNvPr id="4" name="Slide Number Placeholder 3"/>
          <p:cNvSpPr>
            <a:spLocks noGrp="1"/>
          </p:cNvSpPr>
          <p:nvPr>
            <p:ph type="sldNum" sz="quarter" idx="5"/>
          </p:nvPr>
        </p:nvSpPr>
        <p:spPr/>
        <p:txBody>
          <a:bodyPr/>
          <a:lstStyle/>
          <a:p>
            <a:fld id="{25DE20F5-51AA-4D7A-8F74-D12081038ADF}" type="slidenum">
              <a:t/>
            </a:fld>
            <a:endParaRPr lang="en-US"/>
          </a:p>
        </p:txBody>
      </p:sp>
    </p:spTree>
    <p:extLst>
      <p:ext uri="{BB962C8B-B14F-4D97-AF65-F5344CB8AC3E}">
        <p14:creationId xmlns:p14="http://schemas.microsoft.com/office/powerpoint/2010/main" val="3181791743"/>
      </p:ext>
    </p:extLst>
  </p:cSld>
  <p:clrMapOvr>
    <a:masterClrMapping/>
  </p:clrMapOvr>
</p:notes>
</file>

<file path=ppt/notesSlides/notesSlide_A0B_3A815FF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introduces encapsulation as one of the core principles of object-oriented programming. Encapsulation is explained as the practice of bundling data and the methods that operate on that data within a class, while controlling how the internal details are accessed from the outside. The slide clarifies that encapsulation is not about strict hiding, but about defining clear and safe interfaces for interacting with objects. In Python, this is often achieved through naming conventions, properties, and well-designed methods rather than strict access modifiers. The benefits of encapsulation are emphasized: it reduces accidental misuse of data, makes code easier to reason about, and allows internal implementations to change without affecting external code. The slide also connects encapsulation to real-world analogies, such as using a device without knowing its internal mechanics. This helps beginners understand encapsulation as a practical design habit rather than a purely technical rule.</a:t>
            </a:r>
          </a:p>
        </p:txBody>
      </p:sp>
      <p:sp>
        <p:nvSpPr>
          <p:cNvPr id="4" name="Slide Number Placeholder 3"/>
          <p:cNvSpPr>
            <a:spLocks noGrp="1"/>
          </p:cNvSpPr>
          <p:nvPr>
            <p:ph type="sldNum" sz="quarter" idx="5"/>
          </p:nvPr>
        </p:nvSpPr>
        <p:spPr/>
        <p:txBody>
          <a:bodyPr/>
          <a:lstStyle/>
          <a:p>
            <a:fld id="{25DE20F5-51AA-4D7A-8F74-D12081038ADF}" type="slidenum">
              <a:t/>
            </a:fld>
            <a:endParaRPr lang="en-US"/>
          </a:p>
        </p:txBody>
      </p:sp>
    </p:spTree>
    <p:extLst>
      <p:ext uri="{BB962C8B-B14F-4D97-AF65-F5344CB8AC3E}">
        <p14:creationId xmlns:p14="http://schemas.microsoft.com/office/powerpoint/2010/main" val="448609860"/>
      </p:ext>
    </p:extLst>
  </p:cSld>
  <p:clrMapOvr>
    <a:masterClrMapping/>
  </p:clrMapOvr>
</p:notes>
</file>

<file path=ppt/notesSlides/notesSlide_A0C_1D797EA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explains inheritance as a mechanism for creating new classes based on existing ones. It introduces the idea of a base or parent class that defines common behavior, and derived or child classes that extend or specialize that behavior. Inheritance is presented as a way to promote code reuse and represent natural “is-a” relationships, such as a Car being a type of Vehicle. The slide also discusses how inherited methods and attributes can be used directly or overridden to provide specialized behavior. Python’s syntax for inheritance is shown to be simple and readable, lowering the barrier for beginners. At the same time, the slide cautions against overusing inheritance, noting that it should model real conceptual relationships rather than being used purely for convenience. This balanced explanation helps learners see inheritance as a powerful but thoughtful design tool.</a:t>
            </a:r>
          </a:p>
        </p:txBody>
      </p:sp>
      <p:sp>
        <p:nvSpPr>
          <p:cNvPr id="4" name="Slide Number Placeholder 3"/>
          <p:cNvSpPr>
            <a:spLocks noGrp="1"/>
          </p:cNvSpPr>
          <p:nvPr>
            <p:ph type="sldNum" sz="quarter" idx="5"/>
          </p:nvPr>
        </p:nvSpPr>
        <p:spPr/>
        <p:txBody>
          <a:bodyPr/>
          <a:lstStyle/>
          <a:p>
            <a:fld id="{25DE20F5-51AA-4D7A-8F74-D12081038ADF}" type="slidenum">
              <a:t/>
            </a:fld>
            <a:endParaRPr lang="en-US"/>
          </a:p>
        </p:txBody>
      </p:sp>
    </p:spTree>
    <p:extLst>
      <p:ext uri="{BB962C8B-B14F-4D97-AF65-F5344CB8AC3E}">
        <p14:creationId xmlns:p14="http://schemas.microsoft.com/office/powerpoint/2010/main" val="3266106300"/>
      </p:ext>
    </p:extLst>
  </p:cSld>
  <p:clrMapOvr>
    <a:masterClrMapping/>
  </p:clrMapOvr>
</p:notes>
</file>

<file path=ppt/notesSlides/notesSlide_A0D_5EA290F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introduces polymorphism as the ability to use a common interface to work with different types of objects. It explains that in OOP, different classes can implement the same method name but provide different behavior. From the caller’s perspective, the exact object type does not need to be known, which leads to more flexible and extensible code. The slide highlights Python’s dynamic typing as a natural fit for polymorphism, where the focus is on what an object can do rather than what it is. Realistic examples, such as different objects responding to the same method call in different ways, are discussed to make the concept tangible. The slide emphasizes that polymorphism reduces conditional logic and makes systems easier to extend, since new behaviors can be added without modifying existing code. This principle is presented as a cornerstone of clean and maintainable object-oriented design.</a:t>
            </a:r>
          </a:p>
        </p:txBody>
      </p:sp>
      <p:sp>
        <p:nvSpPr>
          <p:cNvPr id="4" name="Slide Number Placeholder 3"/>
          <p:cNvSpPr>
            <a:spLocks noGrp="1"/>
          </p:cNvSpPr>
          <p:nvPr>
            <p:ph type="sldNum" sz="quarter" idx="5"/>
          </p:nvPr>
        </p:nvSpPr>
        <p:spPr/>
        <p:txBody>
          <a:bodyPr/>
          <a:lstStyle/>
          <a:p>
            <a:fld id="{25DE20F5-51AA-4D7A-8F74-D12081038ADF}" type="slidenum">
              <a:t/>
            </a:fld>
            <a:endParaRPr lang="en-US"/>
          </a:p>
        </p:txBody>
      </p:sp>
    </p:spTree>
    <p:extLst>
      <p:ext uri="{BB962C8B-B14F-4D97-AF65-F5344CB8AC3E}">
        <p14:creationId xmlns:p14="http://schemas.microsoft.com/office/powerpoint/2010/main" val="3020682513"/>
      </p:ext>
    </p:extLst>
  </p:cSld>
  <p:clrMapOvr>
    <a:masterClrMapping/>
  </p:clrMapOvr>
</p:notes>
</file>

<file path=ppt/notesSlides/notesSlide_A0E_98EE8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Practical OOP Example, When to Use OOP and Best Practices</a:t>
            </a:r>
          </a:p>
        </p:txBody>
      </p:sp>
      <p:sp>
        <p:nvSpPr>
          <p:cNvPr id="4" name="Slide Number Placeholder 3"/>
          <p:cNvSpPr>
            <a:spLocks noGrp="1"/>
          </p:cNvSpPr>
          <p:nvPr>
            <p:ph type="sldNum" sz="quarter" idx="5"/>
          </p:nvPr>
        </p:nvSpPr>
        <p:spPr/>
        <p:txBody>
          <a:bodyPr/>
          <a:lstStyle/>
          <a:p>
            <a:fld id="{25DE20F5-51AA-4D7A-8F74-D12081038ADF}" type="slidenum">
              <a:t/>
            </a:fld>
            <a:endParaRPr lang="en-US"/>
          </a:p>
        </p:txBody>
      </p:sp>
    </p:spTree>
    <p:extLst>
      <p:ext uri="{BB962C8B-B14F-4D97-AF65-F5344CB8AC3E}">
        <p14:creationId xmlns:p14="http://schemas.microsoft.com/office/powerpoint/2010/main" val="2542272778"/>
      </p:ext>
    </p:extLst>
  </p:cSld>
  <p:clrMapOvr>
    <a:masterClrMapping/>
  </p:clrMapOvr>
</p:notes>
</file>

<file path=ppt/notesSlides/notesSlide_A0F_DFC437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brings together multiple OOP concepts through a practical, business-oriented example. It demonstrates how a base class can define shared behavior, while subclasses implement specialized logic. The example shows how inheritance and polymorphism work together in real code, reinforcing the idea that OOP is about managing variation and complexity. The slide explains how such designs mirror real organizational structures and make code easier to extend when requirements change. It also emphasizes readability and clarity, showing that good OOP code should be easy to understand even for developers who did not originally write it. By grounding abstract principles in a concrete scenario, this slide helps learners connect OOP theory with everyday programming tasks they are likely to encounter.</a:t>
            </a:r>
          </a:p>
        </p:txBody>
      </p:sp>
      <p:sp>
        <p:nvSpPr>
          <p:cNvPr id="4" name="Slide Number Placeholder 3"/>
          <p:cNvSpPr>
            <a:spLocks noGrp="1"/>
          </p:cNvSpPr>
          <p:nvPr>
            <p:ph type="sldNum" sz="quarter" idx="5"/>
          </p:nvPr>
        </p:nvSpPr>
        <p:spPr/>
        <p:txBody>
          <a:bodyPr/>
          <a:lstStyle/>
          <a:p>
            <a:fld id="{25DE20F5-51AA-4D7A-8F74-D12081038ADF}" type="slidenum">
              <a:t/>
            </a:fld>
            <a:endParaRPr lang="en-US"/>
          </a:p>
        </p:txBody>
      </p:sp>
    </p:spTree>
    <p:extLst>
      <p:ext uri="{BB962C8B-B14F-4D97-AF65-F5344CB8AC3E}">
        <p14:creationId xmlns:p14="http://schemas.microsoft.com/office/powerpoint/2010/main" val="3572657080"/>
      </p:ext>
    </p:extLst>
  </p:cSld>
  <p:clrMapOvr>
    <a:masterClrMapping/>
  </p:clrMapOvr>
</p:notes>
</file>

<file path=ppt/notesSlides/notesSlide_A01_11BA375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5DE20F5-51AA-4D7A-8F74-D12081038ADF}" type="slidenum">
              <a:t/>
            </a:fld>
            <a:endParaRPr lang="en-US"/>
          </a:p>
        </p:txBody>
      </p:sp>
    </p:spTree>
    <p:extLst>
      <p:ext uri="{BB962C8B-B14F-4D97-AF65-F5344CB8AC3E}">
        <p14:creationId xmlns:p14="http://schemas.microsoft.com/office/powerpoint/2010/main" val="2336458555"/>
      </p:ext>
    </p:extLst>
  </p:cSld>
  <p:clrMapOvr>
    <a:masterClrMapping/>
  </p:clrMapOvr>
</p:notes>
</file>

<file path=ppt/notesSlides/notesSlide_A02_C41E6B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and Learning Goals, Why OOP?, Procedural Programming vs OOP</a:t>
            </a:r>
          </a:p>
        </p:txBody>
      </p:sp>
      <p:sp>
        <p:nvSpPr>
          <p:cNvPr id="4" name="Slide Number Placeholder 3"/>
          <p:cNvSpPr>
            <a:spLocks noGrp="1"/>
          </p:cNvSpPr>
          <p:nvPr>
            <p:ph type="sldNum" sz="quarter" idx="5"/>
          </p:nvPr>
        </p:nvSpPr>
        <p:spPr/>
        <p:txBody>
          <a:bodyPr/>
          <a:lstStyle/>
          <a:p>
            <a:fld id="{25DE20F5-51AA-4D7A-8F74-D12081038ADF}" type="slidenum">
              <a:t/>
            </a:fld>
            <a:endParaRPr lang="en-US"/>
          </a:p>
        </p:txBody>
      </p:sp>
    </p:spTree>
    <p:extLst>
      <p:ext uri="{BB962C8B-B14F-4D97-AF65-F5344CB8AC3E}">
        <p14:creationId xmlns:p14="http://schemas.microsoft.com/office/powerpoint/2010/main" val="1216700474"/>
      </p:ext>
    </p:extLst>
  </p:cSld>
  <p:clrMapOvr>
    <a:masterClrMapping/>
  </p:clrMapOvr>
</p:notes>
</file>

<file path=ppt/notesSlides/notesSlide_A03_9AC3669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introductory slide sets the stage for a 30-minute journey into Object-Oriented Programming (OOP) in Python, specifically designed for developers who already have basic Python knowledge but are new to OOP concepts. The primary goal is to explain what OOP is, why it exists, and how it helps developers write clearer, more maintainable, and more scalable code. The presentation emphasizes practical understanding rather than formal theory, ensuring that participants can immediately relate the ideas to real Python code they may already be writing. First, it outlines the motivation behind OOP, explaining how software complexity naturally grows as projects evolve, and why a different way of structuring code becomes necessary. Second, it introduces the core building blocks of OOP—classes, objects, attributes, and methods—and shows how these map naturally to real-world concepts. Third, it previews advanced but essential ideas such as encapsulation, inheritance, and polymorphism, clarifying that these are not abstract academic notions but everyday tools used in professional Python development. Finally, the slide clarifies expectations: this is not a deep dive into design patterns or frameworks, but a solid conceptual foundation with simple, readable examples. By the end of the session, learners should feel comfortable reading OOP-based Python code, creating their own simple classes, and understanding when OOP is a good fit versus when simpler procedural code is sufficient. This framing helps beginners stay oriented and reduces the intimidation often associated with learning OOP for the first time.</a:t>
            </a:r>
          </a:p>
        </p:txBody>
      </p:sp>
      <p:sp>
        <p:nvSpPr>
          <p:cNvPr id="4" name="Slide Number Placeholder 3"/>
          <p:cNvSpPr>
            <a:spLocks noGrp="1"/>
          </p:cNvSpPr>
          <p:nvPr>
            <p:ph type="sldNum" sz="quarter" idx="5"/>
          </p:nvPr>
        </p:nvSpPr>
        <p:spPr/>
        <p:txBody>
          <a:bodyPr/>
          <a:lstStyle/>
          <a:p>
            <a:fld id="{25DE20F5-51AA-4D7A-8F74-D12081038ADF}" type="slidenum">
              <a:t/>
            </a:fld>
            <a:endParaRPr lang="en-US"/>
          </a:p>
        </p:txBody>
      </p:sp>
    </p:spTree>
    <p:extLst>
      <p:ext uri="{BB962C8B-B14F-4D97-AF65-F5344CB8AC3E}">
        <p14:creationId xmlns:p14="http://schemas.microsoft.com/office/powerpoint/2010/main" val="1098145799"/>
      </p:ext>
    </p:extLst>
  </p:cSld>
  <p:clrMapOvr>
    <a:masterClrMapping/>
  </p:clrMapOvr>
</p:notes>
</file>

<file path=ppt/notesSlides/notesSlide_A04_107C429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addresses one of the most important beginner questions: why Object-Oriented Programming exists at all. It explains that OOP emerged as a response to increasing software complexity, where large programs became difficult to understand, extend, and maintain using only procedural code. One key reason for OOP is code organization. By grouping data and the functions that operate on that data together, OOP makes programs easier to reason about. Another major motivation is reusability. Well-designed classes can be reused across multiple projects, saving time and reducing bugs. The slide also highlights maintainability as a core benefit. When behavior is encapsulated inside objects, changes tend to be localized, meaning that modifying one part of the system is less likely to break unrelated parts. Additionally, OOP supports scalability and teamwork. In collaborative environments, clear object boundaries allow multiple developers to work on different parts of a system simultaneously with fewer conflicts. The slide also emphasizes that OOP is not mandatory for every problem. Instead, it is a tool that shines when modeling complex domains, long-lived applications, or systems with many interacting components. By focusing on these practical motivations, beginners can understand OOP as a solution to real problems rather than as an abstract programming requirement.</a:t>
            </a:r>
          </a:p>
        </p:txBody>
      </p:sp>
      <p:sp>
        <p:nvSpPr>
          <p:cNvPr id="4" name="Slide Number Placeholder 3"/>
          <p:cNvSpPr>
            <a:spLocks noGrp="1"/>
          </p:cNvSpPr>
          <p:nvPr>
            <p:ph type="sldNum" sz="quarter" idx="5"/>
          </p:nvPr>
        </p:nvSpPr>
        <p:spPr/>
        <p:txBody>
          <a:bodyPr/>
          <a:lstStyle/>
          <a:p>
            <a:fld id="{25DE20F5-51AA-4D7A-8F74-D12081038ADF}" type="slidenum">
              <a:t/>
            </a:fld>
            <a:endParaRPr lang="en-US"/>
          </a:p>
        </p:txBody>
      </p:sp>
    </p:spTree>
    <p:extLst>
      <p:ext uri="{BB962C8B-B14F-4D97-AF65-F5344CB8AC3E}">
        <p14:creationId xmlns:p14="http://schemas.microsoft.com/office/powerpoint/2010/main" val="2803161170"/>
      </p:ext>
    </p:extLst>
  </p:cSld>
  <p:clrMapOvr>
    <a:masterClrMapping/>
  </p:clrMapOvr>
</p:notes>
</file>

<file path=ppt/notesSlides/notesSlide_A05_3F8A8F6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contrasts procedural programming with object-oriented programming to help learners understand the shift in mindset required for OOP. Procedural programming is explained as a style where the program is organized around functions that operate on shared or loosely related data. This approach works well for small scripts and simple tasks, but as programs grow, data and functions can become scattered and difficult to manage. In contrast, OOP organizes code around objects that bundle both data and behavior together. The slide explains that objects represent entities or concepts in the problem domain, such as users, files, or vehicles. This makes the structure of the code more closely resemble the real world, which improves readability and comprehension. Another key comparison point is responsibility: in procedural code, functions tend to control everything, while in OOP, objects are responsible for managing their own state and behavior. The slide also notes that OOP encourages clearer boundaries and interfaces between parts of the system. By understanding these differences, beginners can better appreciate why OOP is often preferred for larger or more complex applications, while still recognizing that procedural programming remains a valid and useful approach in many situations.</a:t>
            </a:r>
          </a:p>
        </p:txBody>
      </p:sp>
      <p:sp>
        <p:nvSpPr>
          <p:cNvPr id="4" name="Slide Number Placeholder 3"/>
          <p:cNvSpPr>
            <a:spLocks noGrp="1"/>
          </p:cNvSpPr>
          <p:nvPr>
            <p:ph type="sldNum" sz="quarter" idx="5"/>
          </p:nvPr>
        </p:nvSpPr>
        <p:spPr/>
        <p:txBody>
          <a:bodyPr/>
          <a:lstStyle/>
          <a:p>
            <a:fld id="{25DE20F5-51AA-4D7A-8F74-D12081038ADF}" type="slidenum">
              <a:t/>
            </a:fld>
            <a:endParaRPr lang="en-US"/>
          </a:p>
        </p:txBody>
      </p:sp>
    </p:spTree>
    <p:extLst>
      <p:ext uri="{BB962C8B-B14F-4D97-AF65-F5344CB8AC3E}">
        <p14:creationId xmlns:p14="http://schemas.microsoft.com/office/powerpoint/2010/main" val="1580685131"/>
      </p:ext>
    </p:extLst>
  </p:cSld>
  <p:clrMapOvr>
    <a:masterClrMapping/>
  </p:clrMapOvr>
</p:notes>
</file>

<file path=ppt/notesSlides/notesSlide_A06_D9D105E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Classes, Objects, Attributes, and Methods, A First Class Example in Python, Objects in Action</a:t>
            </a:r>
          </a:p>
        </p:txBody>
      </p:sp>
      <p:sp>
        <p:nvSpPr>
          <p:cNvPr id="4" name="Slide Number Placeholder 3"/>
          <p:cNvSpPr>
            <a:spLocks noGrp="1"/>
          </p:cNvSpPr>
          <p:nvPr>
            <p:ph type="sldNum" sz="quarter" idx="5"/>
          </p:nvPr>
        </p:nvSpPr>
        <p:spPr/>
        <p:txBody>
          <a:bodyPr/>
          <a:lstStyle/>
          <a:p>
            <a:fld id="{25DE20F5-51AA-4D7A-8F74-D12081038ADF}" type="slidenum">
              <a:t/>
            </a:fld>
            <a:endParaRPr lang="en-US"/>
          </a:p>
        </p:txBody>
      </p:sp>
    </p:spTree>
    <p:extLst>
      <p:ext uri="{BB962C8B-B14F-4D97-AF65-F5344CB8AC3E}">
        <p14:creationId xmlns:p14="http://schemas.microsoft.com/office/powerpoint/2010/main" val="2981879656"/>
      </p:ext>
    </p:extLst>
  </p:cSld>
  <p:clrMapOvr>
    <a:masterClrMapping/>
  </p:clrMapOvr>
</p:notes>
</file>

<file path=ppt/notesSlides/notesSlide_A07_2D044F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introduces the fundamental building blocks of object-oriented programming in Python. It begins by defining a class as a blueprint or template that describes what an object should look like and what it can do. A class itself is not a concrete thing but a definition. Objects are then explained as instances of a class, meaning they are concrete realizations created from that blueprint. The slide clarifies that attributes represent the data or state of an object, such as a name, age, or status, while methods define the behavior or actions an object can perform. These concepts are tied together with the idea that objects combine both state and behavior into a single, coherent unit. The slide emphasizes Python’s readability and simplicity when defining classes, showing that OOP in Python is approachable even for beginners. It also introduces the idea that multiple objects can be created from the same class, each with its own independent state but shared behavior. This understanding is crucial, as it forms the basis for all later OOP concepts such as encapsulation, inheritance, and polymorphism.</a:t>
            </a:r>
          </a:p>
        </p:txBody>
      </p:sp>
      <p:sp>
        <p:nvSpPr>
          <p:cNvPr id="4" name="Slide Number Placeholder 3"/>
          <p:cNvSpPr>
            <a:spLocks noGrp="1"/>
          </p:cNvSpPr>
          <p:nvPr>
            <p:ph type="sldNum" sz="quarter" idx="5"/>
          </p:nvPr>
        </p:nvSpPr>
        <p:spPr/>
        <p:txBody>
          <a:bodyPr/>
          <a:lstStyle/>
          <a:p>
            <a:fld id="{25DE20F5-51AA-4D7A-8F74-D12081038ADF}" type="slidenum">
              <a:t/>
            </a:fld>
            <a:endParaRPr lang="en-US"/>
          </a:p>
        </p:txBody>
      </p:sp>
    </p:spTree>
    <p:extLst>
      <p:ext uri="{BB962C8B-B14F-4D97-AF65-F5344CB8AC3E}">
        <p14:creationId xmlns:p14="http://schemas.microsoft.com/office/powerpoint/2010/main" val="1868084555"/>
      </p:ext>
    </p:extLst>
  </p:cSld>
  <p:clrMapOvr>
    <a:masterClrMapping/>
  </p:clrMapOvr>
</p:notes>
</file>

<file path=ppt/notesSlides/notesSlide_A08_976ED6C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walks through a simple Python class example to make abstract OOP ideas concrete. It explains the syntax of defining a class using the class keyword and introduces the special __init__ method, which is used to initialize new objects. The role of the self parameter is emphasized, clarifying that it represents the current object instance and allows access to its attributes and methods. The example demonstrates how attributes are assigned during object creation and how methods operate on those attributes. The slide also highlights Python’s use of indentation and readable syntax, showing that even beginners can quickly grasp the structure of a class. By stepping through how the class definition translates into actual objects at runtime, learners can see how theory maps directly to working code. This practical focus reduces confusion and builds confidence, making it clear that classes are not mysterious constructs but straightforward tools for organizing code.</a:t>
            </a:r>
          </a:p>
        </p:txBody>
      </p:sp>
      <p:sp>
        <p:nvSpPr>
          <p:cNvPr id="4" name="Slide Number Placeholder 3"/>
          <p:cNvSpPr>
            <a:spLocks noGrp="1"/>
          </p:cNvSpPr>
          <p:nvPr>
            <p:ph type="sldNum" sz="quarter" idx="5"/>
          </p:nvPr>
        </p:nvSpPr>
        <p:spPr/>
        <p:txBody>
          <a:bodyPr/>
          <a:lstStyle/>
          <a:p>
            <a:fld id="{25DE20F5-51AA-4D7A-8F74-D12081038ADF}" type="slidenum">
              <a:t/>
            </a:fld>
            <a:endParaRPr lang="en-US"/>
          </a:p>
        </p:txBody>
      </p:sp>
    </p:spTree>
    <p:extLst>
      <p:ext uri="{BB962C8B-B14F-4D97-AF65-F5344CB8AC3E}">
        <p14:creationId xmlns:p14="http://schemas.microsoft.com/office/powerpoint/2010/main" val="1361916695"/>
      </p:ext>
    </p:extLst>
  </p:cSld>
  <p:clrMapOvr>
    <a:masterClrMapping/>
  </p:clrMapOvr>
</p:notes>
</file>

<file path=ppt/notesSlides/notesSlide_A09_B3255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focuses on how objects behave once they are created from a class. It explains that each object maintains its own independent state, even though all objects created from the same class share the same structure and behavior. Through examples, the slide shows how multiple objects can be instantiated with different attribute values, demonstrating how the same class can represent many real-world entities. It also explains method calls, emphasizing that calling a method on an object implicitly passes that object as the self parameter. This helps beginners understand how Python knows which object’s data to work with. The slide reinforces the idea that objects are the core units of OOP-based programs, interacting with each other by calling methods and exchanging data. By seeing objects in action, learners move beyond static definitions and start to understand how OOP programs actually run and evolve during execution.</a:t>
            </a:r>
          </a:p>
        </p:txBody>
      </p:sp>
      <p:sp>
        <p:nvSpPr>
          <p:cNvPr id="4" name="Slide Number Placeholder 3"/>
          <p:cNvSpPr>
            <a:spLocks noGrp="1"/>
          </p:cNvSpPr>
          <p:nvPr>
            <p:ph type="sldNum" sz="quarter" idx="5"/>
          </p:nvPr>
        </p:nvSpPr>
        <p:spPr/>
        <p:txBody>
          <a:bodyPr/>
          <a:lstStyle/>
          <a:p>
            <a:fld id="{25DE20F5-51AA-4D7A-8F74-D12081038ADF}" type="slidenum">
              <a:t/>
            </a:fld>
            <a:endParaRPr lang="en-US"/>
          </a:p>
        </p:txBody>
      </p:sp>
    </p:spTree>
    <p:extLst>
      <p:ext uri="{BB962C8B-B14F-4D97-AF65-F5344CB8AC3E}">
        <p14:creationId xmlns:p14="http://schemas.microsoft.com/office/powerpoint/2010/main" val="3954918777"/>
      </p:ext>
    </p:extLst>
  </p:cSld>
  <p:clrMapOvr>
    <a:masterClrMapping/>
  </p:clrMapOvr>
</p:notes>
</file>

<file path=ppt/notesSlides/notesSlide_A10_FFC194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slide helps beginners develop good judgment about when and how to apply object-oriented programming. It explains that OOP is most beneficial for complex systems, reusable libraries, and applications with many interacting entities. At the same time, it stresses that OOP is not always necessary and that simple scripts may be clearer without heavy object structures. The slide outlines best practices such as keeping classes focused on a single responsibility, choosing clear and meaningful names, and avoiding unnecessary complexity. It also introduces the idea of composition as an alternative to inheritance in some cases. By presenting OOP as a flexible tool rather than a rigid rule, this slide encourages learners to write thoughtful, maintainable Python code and to grow their design skills gradually through practice.</a:t>
            </a:r>
          </a:p>
        </p:txBody>
      </p:sp>
      <p:sp>
        <p:nvSpPr>
          <p:cNvPr id="4" name="Slide Number Placeholder 3"/>
          <p:cNvSpPr>
            <a:spLocks noGrp="1"/>
          </p:cNvSpPr>
          <p:nvPr>
            <p:ph type="sldNum" sz="quarter" idx="5"/>
          </p:nvPr>
        </p:nvSpPr>
        <p:spPr/>
        <p:txBody>
          <a:bodyPr/>
          <a:lstStyle/>
          <a:p>
            <a:fld id="{25DE20F5-51AA-4D7A-8F74-D12081038ADF}" type="slidenum">
              <a:t/>
            </a:fld>
            <a:endParaRPr lang="en-US"/>
          </a:p>
        </p:txBody>
      </p:sp>
    </p:spTree>
    <p:extLst>
      <p:ext uri="{BB962C8B-B14F-4D97-AF65-F5344CB8AC3E}">
        <p14:creationId xmlns:p14="http://schemas.microsoft.com/office/powerpoint/2010/main" val="78017567"/>
      </p:ext>
    </p:extLst>
  </p:cSld>
  <p:clrMapOvr>
    <a:masterClrMapping/>
  </p:clrMapOvr>
</p:notes>
</file>

<file path=ppt/slideLayouts/_rels/slideLayout_8000000A_ABECF177.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0B_4C852C1E.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1A_C3CEC3DE.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1B_7B3A2858.xml.rels><?xml version="1.0" encoding="UTF-8" standalone="yes"?>
<Relationships xmlns="http://schemas.openxmlformats.org/package/2006/relationships"><Relationship Id="rId2" Type="http://schemas.openxmlformats.org/officeDocument/2006/relationships/image" Target="../media/image_553D74FC.png"/><Relationship Id="rId1" Type="http://schemas.openxmlformats.org/officeDocument/2006/relationships/slideMaster" Target="../slideMasters/slideMaster_80000000_68B7FD92.xml"/></Relationships>
</file>

<file path=ppt/slideLayouts/_rels/slideLayout_8000001C_A8621338.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1D_C08363DB.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1E_648033C7.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1F_8C065ED3.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2A_D7260CA1.xml.rels><?xml version="1.0" encoding="UTF-8" standalone="yes"?>
<Relationships xmlns="http://schemas.openxmlformats.org/package/2006/relationships"><Relationship Id="rId2" Type="http://schemas.openxmlformats.org/officeDocument/2006/relationships/image" Target="../media/image_553D74FC.png"/><Relationship Id="rId1" Type="http://schemas.openxmlformats.org/officeDocument/2006/relationships/slideMaster" Target="../slideMasters/slideMaster_80000000_68B7FD92.xml"/></Relationships>
</file>

<file path=ppt/slideLayouts/_rels/slideLayout_8000002B_3822058F.xml.rels><?xml version="1.0" encoding="UTF-8" standalone="yes"?>
<Relationships xmlns="http://schemas.openxmlformats.org/package/2006/relationships"><Relationship Id="rId2" Type="http://schemas.openxmlformats.org/officeDocument/2006/relationships/image" Target="../media/image_BD9BABC3.png"/><Relationship Id="rId1" Type="http://schemas.openxmlformats.org/officeDocument/2006/relationships/slideMaster" Target="../slideMasters/slideMaster_80000000_68B7FD92.xml"/></Relationships>
</file>

<file path=ppt/slideLayouts/_rels/slideLayout_8000002C_23F65A4B.xml.rels><?xml version="1.0" encoding="UTF-8" standalone="yes"?>
<Relationships xmlns="http://schemas.openxmlformats.org/package/2006/relationships"><Relationship Id="rId2" Type="http://schemas.openxmlformats.org/officeDocument/2006/relationships/image" Target="../media/image_BD9BABC3.png"/><Relationship Id="rId1" Type="http://schemas.openxmlformats.org/officeDocument/2006/relationships/slideMaster" Target="../slideMasters/slideMaster_80000000_68B7FD92.xml"/></Relationships>
</file>

<file path=ppt/slideLayouts/_rels/slideLayout_8000002D_106CFAF3.xml.rels><?xml version="1.0" encoding="UTF-8" standalone="yes"?>
<Relationships xmlns="http://schemas.openxmlformats.org/package/2006/relationships"><Relationship Id="rId2" Type="http://schemas.openxmlformats.org/officeDocument/2006/relationships/image" Target="../media/image_BD9BABC3.png"/><Relationship Id="rId1" Type="http://schemas.openxmlformats.org/officeDocument/2006/relationships/slideMaster" Target="../slideMasters/slideMaster_80000000_68B7FD92.xml"/></Relationships>
</file>

<file path=ppt/slideLayouts/_rels/slideLayout_8000002E_679EC9C7.xml.rels><?xml version="1.0" encoding="UTF-8" standalone="yes"?>
<Relationships xmlns="http://schemas.openxmlformats.org/package/2006/relationships"><Relationship Id="rId2" Type="http://schemas.openxmlformats.org/officeDocument/2006/relationships/image" Target="../media/image_BD9BABC3.png"/><Relationship Id="rId1" Type="http://schemas.openxmlformats.org/officeDocument/2006/relationships/slideMaster" Target="../slideMasters/slideMaster_80000000_68B7FD92.xml"/></Relationships>
</file>

<file path=ppt/slideLayouts/_rels/slideLayout_8000002F_617C33A0.xml.rels><?xml version="1.0" encoding="UTF-8" standalone="yes"?>
<Relationships xmlns="http://schemas.openxmlformats.org/package/2006/relationships"><Relationship Id="rId2" Type="http://schemas.openxmlformats.org/officeDocument/2006/relationships/image" Target="../media/image_553D74FC.png"/><Relationship Id="rId1" Type="http://schemas.openxmlformats.org/officeDocument/2006/relationships/slideMaster" Target="../slideMasters/slideMaster_80000000_68B7FD92.xml"/></Relationships>
</file>

<file path=ppt/slideLayouts/_rels/slideLayout_8000003A_C5140F5D.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3B_880E999F.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3C_A861D911.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3D_A9F62C33.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3E_3850D7C2.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3F_50D9498B.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01_6946223E.xml.rels><?xml version="1.0" encoding="UTF-8" standalone="yes"?>
<Relationships xmlns="http://schemas.openxmlformats.org/package/2006/relationships"><Relationship Id="rId2" Type="http://schemas.openxmlformats.org/officeDocument/2006/relationships/image" Target="../media/image_9DECD7E5.png"/><Relationship Id="rId1" Type="http://schemas.openxmlformats.org/officeDocument/2006/relationships/slideMaster" Target="../slideMasters/slideMaster_80000000_68B7FD92.xml"/></Relationships>
</file>

<file path=ppt/slideLayouts/_rels/slideLayout_80000002_EC777A53.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03_9A9E7446.xml.rels><?xml version="1.0" encoding="UTF-8" standalone="yes"?>
<Relationships xmlns="http://schemas.openxmlformats.org/package/2006/relationships"><Relationship Id="rId2" Type="http://schemas.openxmlformats.org/officeDocument/2006/relationships/image" Target="../media/image_9DECD7E5.png"/><Relationship Id="rId1" Type="http://schemas.openxmlformats.org/officeDocument/2006/relationships/slideMaster" Target="../slideMasters/slideMaster_80000000_68B7FD92.xml"/></Relationships>
</file>

<file path=ppt/slideLayouts/_rels/slideLayout_80000004_AD533FE5.xml.rels><?xml version="1.0" encoding="UTF-8" standalone="yes"?>
<Relationships xmlns="http://schemas.openxmlformats.org/package/2006/relationships"><Relationship Id="rId2" Type="http://schemas.openxmlformats.org/officeDocument/2006/relationships/image" Target="../media/image_9DECD7E5.png"/><Relationship Id="rId1" Type="http://schemas.openxmlformats.org/officeDocument/2006/relationships/slideMaster" Target="../slideMasters/slideMaster_80000000_68B7FD92.xml"/></Relationships>
</file>

<file path=ppt/slideLayouts/_rels/slideLayout_80000005_9E3D59DC.xml.rels><?xml version="1.0" encoding="UTF-8" standalone="yes"?>
<Relationships xmlns="http://schemas.openxmlformats.org/package/2006/relationships"><Relationship Id="rId2" Type="http://schemas.openxmlformats.org/officeDocument/2006/relationships/image" Target="../media/image_97FEF3F5.png"/><Relationship Id="rId1" Type="http://schemas.openxmlformats.org/officeDocument/2006/relationships/slideMaster" Target="../slideMasters/slideMaster_80000000_68B7FD92.xml"/></Relationships>
</file>

<file path=ppt/slideLayouts/_rels/slideLayout_80000006_36A26BC0.xml.rels><?xml version="1.0" encoding="UTF-8" standalone="yes"?>
<Relationships xmlns="http://schemas.openxmlformats.org/package/2006/relationships"><Relationship Id="rId2" Type="http://schemas.openxmlformats.org/officeDocument/2006/relationships/image" Target="../media/image_BD9BABC3.png"/><Relationship Id="rId1" Type="http://schemas.openxmlformats.org/officeDocument/2006/relationships/slideMaster" Target="../slideMasters/slideMaster_80000000_68B7FD92.xml"/></Relationships>
</file>

<file path=ppt/slideLayouts/_rels/slideLayout_80000007_276230F5.xml.rels><?xml version="1.0" encoding="UTF-8" standalone="yes"?>
<Relationships xmlns="http://schemas.openxmlformats.org/package/2006/relationships"><Relationship Id="rId2" Type="http://schemas.openxmlformats.org/officeDocument/2006/relationships/image" Target="../media/image_553D74FC.png"/><Relationship Id="rId1" Type="http://schemas.openxmlformats.org/officeDocument/2006/relationships/slideMaster" Target="../slideMasters/slideMaster_80000000_68B7FD92.xml"/></Relationships>
</file>

<file path=ppt/slideLayouts/_rels/slideLayout_80000008_4B08CF9A.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09_A56ECD7A.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18_46C90886.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19_B78BAB53.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20_6131B141.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21_1E29DFD0.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22_25CE817D.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23_C6CEE46F.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24_7821AAEB.xml.rels><?xml version="1.0" encoding="UTF-8" standalone="yes"?>
<Relationships xmlns="http://schemas.openxmlformats.org/package/2006/relationships"><Relationship Id="rId2" Type="http://schemas.openxmlformats.org/officeDocument/2006/relationships/image" Target="../media/image_97FEF3F5.png"/><Relationship Id="rId1" Type="http://schemas.openxmlformats.org/officeDocument/2006/relationships/slideMaster" Target="../slideMasters/slideMaster_80000000_68B7FD92.xml"/></Relationships>
</file>

<file path=ppt/slideLayouts/_rels/slideLayout_80000025_F277239B.xml.rels><?xml version="1.0" encoding="UTF-8" standalone="yes"?>
<Relationships xmlns="http://schemas.openxmlformats.org/package/2006/relationships"><Relationship Id="rId2" Type="http://schemas.openxmlformats.org/officeDocument/2006/relationships/image" Target="../media/image_97FEF3F5.png"/><Relationship Id="rId1" Type="http://schemas.openxmlformats.org/officeDocument/2006/relationships/slideMaster" Target="../slideMasters/slideMaster_80000000_68B7FD92.xml"/></Relationships>
</file>

<file path=ppt/slideLayouts/_rels/slideLayout_80000026_5E0B93ED.xml.rels><?xml version="1.0" encoding="UTF-8" standalone="yes"?>
<Relationships xmlns="http://schemas.openxmlformats.org/package/2006/relationships"><Relationship Id="rId2" Type="http://schemas.openxmlformats.org/officeDocument/2006/relationships/image" Target="../media/image_553D74FC.png"/><Relationship Id="rId1" Type="http://schemas.openxmlformats.org/officeDocument/2006/relationships/slideMaster" Target="../slideMasters/slideMaster_80000000_68B7FD92.xml"/></Relationships>
</file>

<file path=ppt/slideLayouts/_rels/slideLayout_80000027_1679B430.xml.rels><?xml version="1.0" encoding="UTF-8" standalone="yes"?>
<Relationships xmlns="http://schemas.openxmlformats.org/package/2006/relationships"><Relationship Id="rId2" Type="http://schemas.openxmlformats.org/officeDocument/2006/relationships/image" Target="../media/image_97FEF3F5.png"/><Relationship Id="rId1" Type="http://schemas.openxmlformats.org/officeDocument/2006/relationships/slideMaster" Target="../slideMasters/slideMaster_80000000_68B7FD92.xml"/></Relationships>
</file>

<file path=ppt/slideLayouts/_rels/slideLayout_80000028_E8A685BC.xml.rels><?xml version="1.0" encoding="UTF-8" standalone="yes"?>
<Relationships xmlns="http://schemas.openxmlformats.org/package/2006/relationships"><Relationship Id="rId2" Type="http://schemas.openxmlformats.org/officeDocument/2006/relationships/image" Target="../media/image_97FEF3F5.png"/><Relationship Id="rId1" Type="http://schemas.openxmlformats.org/officeDocument/2006/relationships/slideMaster" Target="../slideMasters/slideMaster_80000000_68B7FD92.xml"/></Relationships>
</file>

<file path=ppt/slideLayouts/_rels/slideLayout_80000029_CA2BCCC7.xml.rels><?xml version="1.0" encoding="UTF-8" standalone="yes"?>
<Relationships xmlns="http://schemas.openxmlformats.org/package/2006/relationships"><Relationship Id="rId2" Type="http://schemas.openxmlformats.org/officeDocument/2006/relationships/image" Target="../media/image_553D74FC.png"/><Relationship Id="rId1" Type="http://schemas.openxmlformats.org/officeDocument/2006/relationships/slideMaster" Target="../slideMasters/slideMaster_80000000_68B7FD92.xml"/></Relationships>
</file>

<file path=ppt/slideLayouts/_rels/slideLayout_80000030_6267A347.xml.rels><?xml version="1.0" encoding="UTF-8" standalone="yes"?>
<Relationships xmlns="http://schemas.openxmlformats.org/package/2006/relationships"><Relationship Id="rId2" Type="http://schemas.openxmlformats.org/officeDocument/2006/relationships/image" Target="../media/image_97FEF3F5.png"/><Relationship Id="rId1" Type="http://schemas.openxmlformats.org/officeDocument/2006/relationships/slideMaster" Target="../slideMasters/slideMaster_80000000_68B7FD92.xml"/></Relationships>
</file>

<file path=ppt/slideLayouts/_rels/slideLayout_80000031_9EE024B2.xml.rels><?xml version="1.0" encoding="UTF-8" standalone="yes"?>
<Relationships xmlns="http://schemas.openxmlformats.org/package/2006/relationships"><Relationship Id="rId2" Type="http://schemas.openxmlformats.org/officeDocument/2006/relationships/image" Target="../media/image_BD9BABC3.png"/><Relationship Id="rId1" Type="http://schemas.openxmlformats.org/officeDocument/2006/relationships/slideMaster" Target="../slideMasters/slideMaster_80000000_68B7FD92.xml"/></Relationships>
</file>

<file path=ppt/slideLayouts/_rels/slideLayout_80000032_959102AC.xml.rels><?xml version="1.0" encoding="UTF-8" standalone="yes"?>
<Relationships xmlns="http://schemas.openxmlformats.org/package/2006/relationships"><Relationship Id="rId2" Type="http://schemas.openxmlformats.org/officeDocument/2006/relationships/image" Target="../media/image_BD9BABC3.png"/><Relationship Id="rId1" Type="http://schemas.openxmlformats.org/officeDocument/2006/relationships/slideMaster" Target="../slideMasters/slideMaster_80000000_68B7FD92.xml"/></Relationships>
</file>

<file path=ppt/slideLayouts/_rels/slideLayout_80000033_4C7EBE3D.xml.rels><?xml version="1.0" encoding="UTF-8" standalone="yes"?>
<Relationships xmlns="http://schemas.openxmlformats.org/package/2006/relationships"><Relationship Id="rId2" Type="http://schemas.openxmlformats.org/officeDocument/2006/relationships/image" Target="../media/image_BD9BABC3.png"/><Relationship Id="rId1" Type="http://schemas.openxmlformats.org/officeDocument/2006/relationships/slideMaster" Target="../slideMasters/slideMaster_80000000_68B7FD92.xml"/></Relationships>
</file>

<file path=ppt/slideLayouts/_rels/slideLayout_80000034_9914E5DA.xml.rels><?xml version="1.0" encoding="UTF-8" standalone="yes"?>
<Relationships xmlns="http://schemas.openxmlformats.org/package/2006/relationships"><Relationship Id="rId2" Type="http://schemas.openxmlformats.org/officeDocument/2006/relationships/image" Target="../media/image_97FEF3F5.png"/><Relationship Id="rId1" Type="http://schemas.openxmlformats.org/officeDocument/2006/relationships/slideMaster" Target="../slideMasters/slideMaster_80000000_68B7FD92.xml"/></Relationships>
</file>

<file path=ppt/slideLayouts/_rels/slideLayout_80000035_3EE35967.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36_5F28AB60.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37_66833900.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38_1850EE56.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39_ABD4AA85.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40_6578C611.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41_973D346D.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42_3CA6A59.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43_E63DCD27.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44_1E9CD55C.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45_164EDCBD.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46_8A944EDB.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47_3C7AB505.xml.rels><?xml version="1.0" encoding="UTF-8" standalone="yes"?>
<Relationships xmlns="http://schemas.openxmlformats.org/package/2006/relationships"><Relationship Id="rId1" Type="http://schemas.openxmlformats.org/officeDocument/2006/relationships/slideMaster" Target="../slideMasters/slideMaster_80000000_68B7FD92.xml"/></Relationships>
</file>

<file path=ppt/slideLayouts/_rels/slideLayout_80000048_1479DCBE.xml.rels><?xml version="1.0" encoding="UTF-8" standalone="yes"?>
<Relationships xmlns="http://schemas.openxmlformats.org/package/2006/relationships"><Relationship Id="rId2" Type="http://schemas.openxmlformats.org/officeDocument/2006/relationships/image" Target="../media/image_97FEF3F5.png"/><Relationship Id="rId1" Type="http://schemas.openxmlformats.org/officeDocument/2006/relationships/slideMaster" Target="../slideMasters/slideMaster_80000000_68B7FD92.xml"/></Relationships>
</file>

<file path=ppt/slideLayouts/slideLayout_8000000A_ABECF177.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1A723D2-7AAD-C321-CBD6-371714EC1095}"/>
              </a:ext>
            </a:extLst>
          </p:cNvPr>
          <p:cNvSpPr/>
          <p:nvPr/>
        </p:nvSpPr>
        <p:spPr>
          <a:xfrm>
            <a:off x="0" y="-1"/>
            <a:ext cx="12192000" cy="6858000"/>
          </a:xfrm>
          <a:prstGeom prst="rect">
            <a:avLst/>
          </a:prstGeom>
          <a:gradFill flip="none" rotWithShape="1">
            <a:gsLst>
              <a:gs pos="70000">
                <a:schemeClr val="bg2"/>
              </a:gs>
              <a:gs pos="1149">
                <a:schemeClr val="accent3">
                  <a:lumMod val="50000"/>
                </a:schemeClr>
              </a:gs>
              <a:gs pos="33000">
                <a:schemeClr val="accent2">
                  <a:lumMod val="50000"/>
                </a:schemeClr>
              </a:gs>
            </a:gsLst>
            <a:path path="circle">
              <a:fillToRect t="100000" r="100000"/>
            </a:path>
            <a:tileRect l="-100000" b="-10000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Neue Haas Grotesk Text Pro"/>
              <a:ea typeface="+mn-ea"/>
              <a:cs typeface="+mn-cs"/>
            </a:endParaRPr>
          </a:p>
        </p:txBody>
      </p:sp>
      <p:sp>
        <p:nvSpPr>
          <p:cNvPr id="5" name="Rectangle 4">
            <a:extLst>
              <a:ext uri="{FF2B5EF4-FFF2-40B4-BE49-F238E27FC236}">
                <a16:creationId xmlns:a16="http://schemas.microsoft.com/office/drawing/2014/main" id="{0854A4F1-E6B3-0BD8-2214-FC728BA0524F}"/>
              </a:ext>
            </a:extLst>
          </p:cNvPr>
          <p:cNvSpPr/>
          <p:nvPr/>
        </p:nvSpPr>
        <p:spPr>
          <a:xfrm rot="5400000">
            <a:off x="4604446" y="-729554"/>
            <a:ext cx="4537587" cy="10637521"/>
          </a:xfrm>
          <a:prstGeom prst="rect">
            <a:avLst/>
          </a:prstGeom>
          <a:gradFill flip="none" rotWithShape="1">
            <a:gsLst>
              <a:gs pos="65000">
                <a:schemeClr val="tx1">
                  <a:alpha val="0"/>
                </a:schemeClr>
              </a:gs>
              <a:gs pos="0">
                <a:schemeClr val="accent3">
                  <a:lumMod val="60000"/>
                  <a:lumOff val="40000"/>
                  <a:alpha val="70000"/>
                </a:schemeClr>
              </a:gs>
              <a:gs pos="32000">
                <a:schemeClr val="accent4">
                  <a:alpha val="0"/>
                </a:schemeClr>
              </a:gs>
            </a:gsLst>
            <a:lin ang="96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Neue Haas Grotesk Text Pro"/>
              <a:ea typeface="+mn-ea"/>
              <a:cs typeface="+mn-cs"/>
            </a:endParaRPr>
          </a:p>
        </p:txBody>
      </p:sp>
      <p:sp>
        <p:nvSpPr>
          <p:cNvPr id="12" name="Title 11">
            <a:extLst>
              <a:ext uri="{FF2B5EF4-FFF2-40B4-BE49-F238E27FC236}">
                <a16:creationId xmlns:a16="http://schemas.microsoft.com/office/drawing/2014/main" id="{4B18168D-C992-4156-FB48-F867F260F21D}"/>
              </a:ext>
            </a:extLst>
          </p:cNvPr>
          <p:cNvSpPr>
            <a:spLocks noGrp="1"/>
          </p:cNvSpPr>
          <p:nvPr>
            <p:ph type="title"/>
          </p:nvPr>
        </p:nvSpPr>
        <p:spPr>
          <a:xfrm>
            <a:off x="270456" y="1133862"/>
            <a:ext cx="8346853" cy="3537889"/>
          </a:xfrm>
        </p:spPr>
        <p:txBody>
          <a:bodyPr anchor="t"/>
          <a:lstStyle>
            <a:lvl1pPr>
              <a:defRPr sz="5000"/>
            </a:lvl1pPr>
          </a:lstStyle>
          <a:p>
            <a:r>
              <a:rPr lang="en-US"/>
              <a:t>Click to edit Master title style</a:t>
            </a:r>
          </a:p>
        </p:txBody>
      </p:sp>
      <p:sp>
        <p:nvSpPr>
          <p:cNvPr id="14" name="Subtitle 2">
            <a:extLst>
              <a:ext uri="{FF2B5EF4-FFF2-40B4-BE49-F238E27FC236}">
                <a16:creationId xmlns:a16="http://schemas.microsoft.com/office/drawing/2014/main" id="{701A87CE-1AFE-0182-C6D3-084296E48E91}"/>
              </a:ext>
            </a:extLst>
          </p:cNvPr>
          <p:cNvSpPr>
            <a:spLocks noGrp="1"/>
          </p:cNvSpPr>
          <p:nvPr>
            <p:ph type="subTitle" idx="1"/>
          </p:nvPr>
        </p:nvSpPr>
        <p:spPr>
          <a:xfrm>
            <a:off x="301751" y="5525725"/>
            <a:ext cx="6052929" cy="884901"/>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5EAFA23F-C567-5858-AF7D-C37EC8657A25}"/>
              </a:ext>
            </a:extLst>
          </p:cNvPr>
          <p:cNvSpPr>
            <a:spLocks noGrp="1"/>
          </p:cNvSpPr>
          <p:nvPr>
            <p:ph type="dt" sz="half" idx="10"/>
          </p:nvPr>
        </p:nvSpPr>
        <p:spPr/>
        <p:txBody>
          <a:bodyPr/>
          <a:lstStyle/>
          <a:p>
            <a:fld id="{7DA2CEDE-2AB4-4FB8-9551-E0AA4222B1A3}" type="datetime1">
              <a:rPr lang="en-US" smtClean="0"/>
              <a:t/>
            </a:fld>
            <a:endParaRPr lang="en-US"/>
          </a:p>
        </p:txBody>
      </p:sp>
      <p:sp>
        <p:nvSpPr>
          <p:cNvPr id="8" name="Footer Placeholder 7">
            <a:extLst>
              <a:ext uri="{FF2B5EF4-FFF2-40B4-BE49-F238E27FC236}">
                <a16:creationId xmlns:a16="http://schemas.microsoft.com/office/drawing/2014/main" id="{8EFB4A31-4D88-6836-9F3A-5E23FC9DE7FB}"/>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3C38715-2A76-D075-B90E-D24A263D8DA5}"/>
              </a:ext>
            </a:extLst>
          </p:cNvPr>
          <p:cNvSpPr>
            <a:spLocks noGrp="1"/>
          </p:cNvSpPr>
          <p:nvPr>
            <p:ph type="sldNum" sz="quarter" idx="12"/>
          </p:nvPr>
        </p:nvSpPr>
        <p:spPr/>
        <p:txBody>
          <a:bodyPr/>
          <a:lstStyle/>
          <a:p>
            <a:fld id="{5E0677F5-4A8A-4BF1-96BE-3BAE8FBAFE2E}" type="slidenum">
              <a:rPr lang="en-US" smtClean="0"/>
              <a:pPr/>
              <a:t/>
            </a:fld>
            <a:endParaRPr lang="en-US"/>
          </a:p>
        </p:txBody>
      </p:sp>
      <p:cxnSp>
        <p:nvCxnSpPr>
          <p:cNvPr id="6" name="Straight Connector 5">
            <a:extLst>
              <a:ext uri="{FF2B5EF4-FFF2-40B4-BE49-F238E27FC236}">
                <a16:creationId xmlns:a16="http://schemas.microsoft.com/office/drawing/2014/main" id="{3D6702AA-E129-137F-060D-8DD37BC99937}"/>
              </a:ext>
            </a:extLst>
          </p:cNvPr>
          <p:cNvCxnSpPr>
            <a:cxnSpLocks/>
          </p:cNvCxnSpPr>
          <p:nvPr/>
        </p:nvCxnSpPr>
        <p:spPr>
          <a:xfrm flipH="1">
            <a:off x="358140" y="762000"/>
            <a:ext cx="11475720" cy="0"/>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0FD9841-58FA-E828-27A6-DBFBFA5C0854}"/>
              </a:ext>
            </a:extLst>
          </p:cNvPr>
          <p:cNvCxnSpPr>
            <a:cxnSpLocks/>
          </p:cNvCxnSpPr>
          <p:nvPr/>
        </p:nvCxnSpPr>
        <p:spPr>
          <a:xfrm flipH="1">
            <a:off x="394716" y="5250426"/>
            <a:ext cx="11402568" cy="0"/>
          </a:xfrm>
          <a:prstGeom prst="line">
            <a:avLst/>
          </a:prstGeom>
          <a:ln w="6350">
            <a:solidFill>
              <a:schemeClr val="tx1">
                <a:lumMod val="7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443224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B_4C852C1E.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7DA2CEDE-2AB4-4FB8-9551-E0AA4222B1A3}" type="datetime1">
              <a:rPr lang="en-US" smtClean="0"/>
              <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5E0677F5-4A8A-4BF1-96BE-3BAE8FBAFE2E}" type="slidenum">
              <a:rPr lang="en-US" smtClean="0"/>
              <a:pPr/>
              <a:t/>
            </a:fld>
            <a:endParaRPr lang="en-US"/>
          </a:p>
        </p:txBody>
      </p:sp>
    </p:spTree>
    <p:extLst>
      <p:ext uri="{BB962C8B-B14F-4D97-AF65-F5344CB8AC3E}">
        <p14:creationId xmlns:p14="http://schemas.microsoft.com/office/powerpoint/2010/main" val="1283795998"/>
      </p:ext>
    </p:extLst>
  </p:cSld>
  <p:clrMapOvr>
    <a:masterClrMapping/>
  </p:clrMapOvr>
</p:sldLayout>
</file>

<file path=ppt/slideLayouts/slideLayout_8000001A_C3CEC3DE.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191826-CFE4-1D6E-85E2-32EE006A5C5D}"/>
              </a:ext>
            </a:extLst>
          </p:cNvPr>
          <p:cNvSpPr/>
          <p:nvPr/>
        </p:nvSpPr>
        <p:spPr>
          <a:xfrm flipH="1">
            <a:off x="0" y="0"/>
            <a:ext cx="12192000" cy="6857996"/>
          </a:xfrm>
          <a:prstGeom prst="rect">
            <a:avLst/>
          </a:prstGeom>
          <a:gradFill flip="none" rotWithShape="1">
            <a:gsLst>
              <a:gs pos="93000">
                <a:schemeClr val="tx2"/>
              </a:gs>
              <a:gs pos="75000">
                <a:schemeClr val="accent1">
                  <a:alpha val="94000"/>
                </a:schemeClr>
              </a:gs>
              <a:gs pos="39000">
                <a:schemeClr val="accent4">
                  <a:lumMod val="50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1DDCB74-BBA4-B75C-2781-A574716A3DE4}"/>
              </a:ext>
            </a:extLst>
          </p:cNvPr>
          <p:cNvSpPr/>
          <p:nvPr/>
        </p:nvSpPr>
        <p:spPr>
          <a:xfrm>
            <a:off x="0" y="-5"/>
            <a:ext cx="7958884" cy="5425439"/>
          </a:xfrm>
          <a:prstGeom prst="rect">
            <a:avLst/>
          </a:prstGeom>
          <a:gradFill flip="none" rotWithShape="1">
            <a:gsLst>
              <a:gs pos="6000">
                <a:schemeClr val="accent4">
                  <a:lumMod val="50000"/>
                </a:schemeClr>
              </a:gs>
              <a:gs pos="51000">
                <a:schemeClr val="accent6">
                  <a:lumMod val="75000"/>
                  <a:alpha val="0"/>
                </a:schemeClr>
              </a:gs>
            </a:gsLst>
            <a:path path="circle">
              <a:fillToRect r="100000" b="100000"/>
            </a:path>
            <a:tileRect l="-100000" t="-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E4A60CA-D100-CFE6-62AC-013A201FBB9F}"/>
              </a:ext>
            </a:extLst>
          </p:cNvPr>
          <p:cNvSpPr/>
          <p:nvPr/>
        </p:nvSpPr>
        <p:spPr>
          <a:xfrm rot="5400000">
            <a:off x="1660810" y="-1660814"/>
            <a:ext cx="6858000" cy="10179620"/>
          </a:xfrm>
          <a:prstGeom prst="rect">
            <a:avLst/>
          </a:prstGeom>
          <a:gradFill flip="none" rotWithShape="1">
            <a:gsLst>
              <a:gs pos="6000">
                <a:schemeClr val="accent3">
                  <a:lumMod val="60000"/>
                  <a:lumOff val="40000"/>
                  <a:alpha val="50000"/>
                </a:schemeClr>
              </a:gs>
              <a:gs pos="72989">
                <a:schemeClr val="bg2">
                  <a:alpha val="0"/>
                </a:schemeClr>
              </a:gs>
              <a:gs pos="37000">
                <a:schemeClr val="accent2">
                  <a:lumMod val="75000"/>
                  <a:alpha val="800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Title 4">
            <a:extLst>
              <a:ext uri="{FF2B5EF4-FFF2-40B4-BE49-F238E27FC236}">
                <a16:creationId xmlns:a16="http://schemas.microsoft.com/office/drawing/2014/main" id="{22C61630-0AC6-F4D9-545E-38A32C69F3CA}"/>
              </a:ext>
            </a:extLst>
          </p:cNvPr>
          <p:cNvSpPr>
            <a:spLocks noGrp="1"/>
          </p:cNvSpPr>
          <p:nvPr>
            <p:ph type="title"/>
          </p:nvPr>
        </p:nvSpPr>
        <p:spPr>
          <a:xfrm>
            <a:off x="274320" y="1148579"/>
            <a:ext cx="4724400" cy="2811649"/>
          </a:xfrm>
        </p:spPr>
        <p:txBody>
          <a:bodyPr anchor="t"/>
          <a:lstStyle>
            <a:lvl1pPr>
              <a:defRPr sz="5000"/>
            </a:lvl1pPr>
          </a:lstStyle>
          <a:p>
            <a:r>
              <a:rPr lang="en-US"/>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2375" y="210114"/>
            <a:ext cx="1884796" cy="365760"/>
          </a:xfrm>
        </p:spPr>
        <p:txBody>
          <a:bodyPr/>
          <a:lstStyle/>
          <a:p>
            <a:fld id="{C2A0816E-BD5C-478F-AB95-6BE098266DF3}" type="datetime1">
              <a:rPr lang="en-US" smtClean="0"/>
              <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81323" y="210114"/>
            <a:ext cx="2509284" cy="36576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1322" y="1148580"/>
            <a:ext cx="4986777" cy="4606762"/>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5107678"/>
      </p:ext>
    </p:extLst>
  </p:cSld>
  <p:clrMapOvr>
    <a:masterClrMapping/>
  </p:clrMapOvr>
</p:sldLayout>
</file>

<file path=ppt/slideLayouts/slideLayout_8000001B_7B3A2858.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75515BC3-2A9C-497B-B82C-246EEDDDF89C}" type="datetime1">
              <a:rPr lang="en-US" smtClean="0"/>
              <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r>
              <a:rPr lang="en-US"/>
              <a:t>Sample Footer Text</a:t>
            </a:r>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067408984"/>
      </p:ext>
    </p:extLst>
  </p:cSld>
  <p:clrMapOvr>
    <a:masterClrMapping/>
  </p:clrMapOvr>
</p:sldLayout>
</file>

<file path=ppt/slideLayouts/slideLayout_8000001C_A862133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5EF5A46-889B-82F0-E6A3-B308E2DCC951}"/>
              </a:ext>
            </a:extLst>
          </p:cNvPr>
          <p:cNvSpPr/>
          <p:nvPr/>
        </p:nvSpPr>
        <p:spPr>
          <a:xfrm rot="5400000" flipH="1" flipV="1">
            <a:off x="5012872" y="-5012874"/>
            <a:ext cx="2166257" cy="12192001"/>
          </a:xfrm>
          <a:prstGeom prst="rect">
            <a:avLst/>
          </a:prstGeom>
          <a:gradFill flip="none" rotWithShape="1">
            <a:gsLst>
              <a:gs pos="0">
                <a:schemeClr val="accent3">
                  <a:lumMod val="60000"/>
                  <a:lumOff val="40000"/>
                </a:schemeClr>
              </a:gs>
              <a:gs pos="61000">
                <a:schemeClr val="bg2">
                  <a:alpha val="0"/>
                </a:schemeClr>
              </a:gs>
            </a:gsLst>
            <a:lin ang="11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70E27D4F-6E85-4618-7F98-5F4B945ACFE4}"/>
              </a:ext>
            </a:extLst>
          </p:cNvPr>
          <p:cNvSpPr/>
          <p:nvPr/>
        </p:nvSpPr>
        <p:spPr>
          <a:xfrm rot="10800000" flipH="1" flipV="1">
            <a:off x="4836601" y="0"/>
            <a:ext cx="7355399" cy="6858000"/>
          </a:xfrm>
          <a:prstGeom prst="rect">
            <a:avLst/>
          </a:prstGeom>
          <a:gradFill flip="none" rotWithShape="1">
            <a:gsLst>
              <a:gs pos="44000">
                <a:schemeClr val="accent2">
                  <a:alpha val="28000"/>
                </a:schemeClr>
              </a:gs>
              <a:gs pos="0">
                <a:schemeClr val="accent1"/>
              </a:gs>
              <a:gs pos="75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70C6460E-7477-249C-CA29-89DD19B3F5CB}"/>
              </a:ext>
            </a:extLst>
          </p:cNvPr>
          <p:cNvSpPr/>
          <p:nvPr/>
        </p:nvSpPr>
        <p:spPr>
          <a:xfrm rot="10800000" flipH="1" flipV="1">
            <a:off x="6749143" y="1763485"/>
            <a:ext cx="5442857" cy="5094514"/>
          </a:xfrm>
          <a:prstGeom prst="rect">
            <a:avLst/>
          </a:prstGeom>
          <a:gradFill flip="none" rotWithShape="1">
            <a:gsLst>
              <a:gs pos="0">
                <a:schemeClr val="accent5">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90595"/>
            <a:ext cx="5811178" cy="3043682"/>
          </a:xfrm>
        </p:spPr>
        <p:txBody>
          <a:bodyPr anchor="b">
            <a:normAutofit/>
          </a:bodyPr>
          <a:lstStyle>
            <a:lvl1pPr>
              <a:defRPr sz="4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5CDEAC1E-5504-4723-BE4B-1DE8B305AF62}" type="datetime1">
              <a:rPr lang="en-US" smtClean="0"/>
              <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4167941"/>
            <a:ext cx="5811177" cy="181722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4999736"/>
      </p:ext>
    </p:extLst>
  </p:cSld>
  <p:clrMapOvr>
    <a:masterClrMapping/>
  </p:clrMapOvr>
</p:sldLayout>
</file>

<file path=ppt/slideLayouts/slideLayout_8000001D_C08363DB.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37BF44-E096-ADC8-0C23-BA7E19E66787}"/>
              </a:ext>
            </a:extLst>
          </p:cNvPr>
          <p:cNvSpPr/>
          <p:nvPr/>
        </p:nvSpPr>
        <p:spPr>
          <a:xfrm rot="10800000" flipV="1">
            <a:off x="3342" y="0"/>
            <a:ext cx="5334001" cy="6858000"/>
          </a:xfrm>
          <a:prstGeom prst="rect">
            <a:avLst/>
          </a:prstGeom>
          <a:gradFill flip="none" rotWithShape="1">
            <a:gsLst>
              <a:gs pos="52000">
                <a:schemeClr val="accent2">
                  <a:alpha val="28000"/>
                </a:schemeClr>
              </a:gs>
              <a:gs pos="0">
                <a:schemeClr val="accent1"/>
              </a:gs>
              <a:gs pos="78000">
                <a:schemeClr val="bg2">
                  <a:alpha val="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E503D519-17B6-1CCD-DA98-45A0B88A04E8}"/>
              </a:ext>
            </a:extLst>
          </p:cNvPr>
          <p:cNvSpPr/>
          <p:nvPr/>
        </p:nvSpPr>
        <p:spPr>
          <a:xfrm rot="10800000" flipV="1">
            <a:off x="-2" y="1448661"/>
            <a:ext cx="7828909" cy="5409338"/>
          </a:xfrm>
          <a:prstGeom prst="rect">
            <a:avLst/>
          </a:prstGeom>
          <a:gradFill flip="none" rotWithShape="1">
            <a:gsLst>
              <a:gs pos="0">
                <a:schemeClr val="accent3">
                  <a:lumMod val="60000"/>
                  <a:lumOff val="40000"/>
                </a:schemeClr>
              </a:gs>
              <a:gs pos="52000">
                <a:schemeClr val="accent4">
                  <a:lumMod val="50000"/>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738353"/>
            <a:ext cx="2907231" cy="2501900"/>
          </a:xfrm>
        </p:spPr>
        <p:txBody>
          <a:bodyPr anchor="t">
            <a:normAutofit/>
          </a:bodyPr>
          <a:lstStyle>
            <a:lvl1pPr>
              <a:defRPr sz="2800">
                <a:solidFill>
                  <a:schemeClr val="tx1"/>
                </a:solidFill>
              </a:defRPr>
            </a:lvl1pPr>
          </a:lstStyle>
          <a:p>
            <a:r>
              <a:rPr lang="en-US"/>
              <a:t>Click to edit Master title style</a:t>
            </a:r>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8E6582D0-CC23-4B30-B5F7-0EC0E82226EA}" type="datetime1">
              <a:rPr lang="en-US" smtClean="0"/>
              <a:t/>
            </a:fld>
            <a:endParaRPr lang="en-US"/>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r>
              <a:rPr lang="en-US"/>
              <a:t>Sample Footer Text</a:t>
            </a:r>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334000" y="1738352"/>
            <a:ext cx="4797769" cy="3787377"/>
          </a:xfrm>
        </p:spPr>
        <p:txBody>
          <a:bodyPr vert="horz" lIns="91440" tIns="45720" rIns="73152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9836251"/>
      </p:ext>
    </p:extLst>
  </p:cSld>
  <p:clrMapOvr>
    <a:masterClrMapping/>
  </p:clrMapOvr>
</p:sldLayout>
</file>

<file path=ppt/slideLayouts/slideLayout_8000001E_648033C7.xml><?xml version="1.0" encoding="utf-8"?>
<p:sldLayout xmlns:a="http://schemas.openxmlformats.org/drawingml/2006/main" xmlns:r="http://schemas.openxmlformats.org/officeDocument/2006/relationships" xmlns:p="http://schemas.openxmlformats.org/presentationml/2006/main" showMasterSp="0" preserve="1">
  <p:cSld name="Content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7DA2CEDE-2AB4-4FB8-9551-E0AA4222B1A3}" type="datetime1">
              <a:rPr lang="en-US" smtClean="0"/>
              <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5E0677F5-4A8A-4BF1-96BE-3BAE8FBAFE2E}" type="slidenum">
              <a:rPr lang="en-US" smtClean="0"/>
              <a:pPr/>
              <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6123463"/>
      </p:ext>
    </p:extLst>
  </p:cSld>
  <p:clrMapOvr>
    <a:masterClrMapping/>
  </p:clrMapOvr>
</p:sldLayout>
</file>

<file path=ppt/slideLayouts/slideLayout_8000001F_8C065ED3.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25286"/>
            <a:ext cx="6177587" cy="1635723"/>
          </a:xfrm>
        </p:spPr>
        <p:txBody>
          <a:bodyPr anchor="b">
            <a:norm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73F7B4F8-3C61-0936-7251-8633EE5F2C1B}"/>
              </a:ext>
            </a:extLst>
          </p:cNvPr>
          <p:cNvSpPr>
            <a:spLocks noGrp="1"/>
          </p:cNvSpPr>
          <p:nvPr>
            <p:ph type="dt" sz="half" idx="14"/>
          </p:nvPr>
        </p:nvSpPr>
        <p:spPr/>
        <p:txBody>
          <a:bodyPr/>
          <a:lstStyle/>
          <a:p>
            <a:fld id="{7DA2CEDE-2AB4-4FB8-9551-E0AA4222B1A3}" type="datetime1">
              <a:rPr lang="en-US" smtClean="0"/>
              <a:t/>
            </a:fld>
            <a:endParaRPr lang="en-US"/>
          </a:p>
        </p:txBody>
      </p:sp>
      <p:sp>
        <p:nvSpPr>
          <p:cNvPr id="5" name="Footer Placeholder 4">
            <a:extLst>
              <a:ext uri="{FF2B5EF4-FFF2-40B4-BE49-F238E27FC236}">
                <a16:creationId xmlns:a16="http://schemas.microsoft.com/office/drawing/2014/main" id="{26DA624A-E1F8-4C9A-205B-0A6EA83A187B}"/>
              </a:ext>
            </a:extLst>
          </p:cNvPr>
          <p:cNvSpPr>
            <a:spLocks noGrp="1"/>
          </p:cNvSpPr>
          <p:nvPr>
            <p:ph type="ftr" sz="quarter" idx="15"/>
          </p:nvPr>
        </p:nvSpPr>
        <p:spPr/>
        <p:txBody>
          <a:bodyPr/>
          <a:lstStyle/>
          <a:p>
            <a:r>
              <a:rPr lang="en-US"/>
              <a:t>Sample Footer Text</a:t>
            </a:r>
          </a:p>
        </p:txBody>
      </p:sp>
      <p:sp>
        <p:nvSpPr>
          <p:cNvPr id="11" name="Slide Number Placeholder 10">
            <a:extLst>
              <a:ext uri="{FF2B5EF4-FFF2-40B4-BE49-F238E27FC236}">
                <a16:creationId xmlns:a16="http://schemas.microsoft.com/office/drawing/2014/main" id="{11848B1D-AC89-3F75-720C-6A1E8C8E7AAF}"/>
              </a:ext>
            </a:extLst>
          </p:cNvPr>
          <p:cNvSpPr>
            <a:spLocks noGrp="1"/>
          </p:cNvSpPr>
          <p:nvPr>
            <p:ph type="sldNum" sz="quarter" idx="16"/>
          </p:nvPr>
        </p:nvSpPr>
        <p:spPr/>
        <p:txBody>
          <a:bodyPr/>
          <a:lstStyle/>
          <a:p>
            <a:fld id="{5E0677F5-4A8A-4BF1-96BE-3BAE8FBAFE2E}" type="slidenum">
              <a:rPr lang="en-US" smtClean="0"/>
              <a:pPr/>
              <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017520"/>
            <a:ext cx="7680960" cy="34747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a:extLst>
              <a:ext uri="{FF2B5EF4-FFF2-40B4-BE49-F238E27FC236}">
                <a16:creationId xmlns:a16="http://schemas.microsoft.com/office/drawing/2014/main" id="{8F51E206-ED3F-B360-C610-1197186BA59A}"/>
              </a:ext>
            </a:extLst>
          </p:cNvPr>
          <p:cNvSpPr/>
          <p:nvPr/>
        </p:nvSpPr>
        <p:spPr>
          <a:xfrm rot="16200000" flipV="1">
            <a:off x="7683337" y="2349337"/>
            <a:ext cx="6858000" cy="2159326"/>
          </a:xfrm>
          <a:prstGeom prst="rect">
            <a:avLst/>
          </a:prstGeom>
          <a:gradFill>
            <a:gsLst>
              <a:gs pos="0">
                <a:schemeClr val="accent3"/>
              </a:gs>
              <a:gs pos="48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4D874C02-925E-C0AE-1F22-882A90A64E54}"/>
              </a:ext>
            </a:extLst>
          </p:cNvPr>
          <p:cNvSpPr/>
          <p:nvPr/>
        </p:nvSpPr>
        <p:spPr>
          <a:xfrm rot="10800000" flipH="1" flipV="1">
            <a:off x="7849486" y="0"/>
            <a:ext cx="4342514" cy="6858000"/>
          </a:xfrm>
          <a:prstGeom prst="rect">
            <a:avLst/>
          </a:prstGeom>
          <a:gradFill flip="none" rotWithShape="1">
            <a:gsLst>
              <a:gs pos="29000">
                <a:schemeClr val="accent2">
                  <a:alpha val="28000"/>
                </a:schemeClr>
              </a:gs>
              <a:gs pos="5000">
                <a:schemeClr val="accent1">
                  <a:alpha val="63000"/>
                </a:schemeClr>
              </a:gs>
              <a:gs pos="66000">
                <a:schemeClr val="bg2">
                  <a:alpha val="0"/>
                </a:schemeClr>
              </a:gs>
            </a:gsLst>
            <a:lin ang="12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Tree>
    <p:extLst>
      <p:ext uri="{BB962C8B-B14F-4D97-AF65-F5344CB8AC3E}">
        <p14:creationId xmlns:p14="http://schemas.microsoft.com/office/powerpoint/2010/main" val="2349227731"/>
      </p:ext>
    </p:extLst>
  </p:cSld>
  <p:clrMapOvr>
    <a:masterClrMapping/>
  </p:clrMapOvr>
</p:sldLayout>
</file>

<file path=ppt/slideLayouts/slideLayout_8000002A_D7260CA1.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3383280"/>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3017520"/>
          </a:xfrm>
          <a:blipFill dpi="0" rotWithShape="1">
            <a:blip r:embed="rId2">
              <a:alphaModFix amt="60000"/>
            </a:blip>
            <a:srcRect/>
            <a:stretch>
              <a:fillRect b="-29122"/>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3383280"/>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smtClean="0"/>
              <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9595041"/>
      </p:ext>
    </p:extLst>
  </p:cSld>
  <p:clrMapOvr>
    <a:masterClrMapping/>
  </p:clrMapOvr>
</p:sldLayout>
</file>

<file path=ppt/slideLayouts/slideLayout_8000002B_3822058F.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1">
              <a:rPr lang="en-US" smtClean="0"/>
              <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5E0677F5-4A8A-4BF1-96BE-3BAE8FBAFE2E}" type="slidenum">
              <a:rPr lang="en-US" smtClean="0"/>
              <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userDrawn="1"/>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1753743"/>
      </p:ext>
    </p:extLst>
  </p:cSld>
  <p:clrMapOvr>
    <a:masterClrMapping/>
  </p:clrMapOvr>
</p:sldLayout>
</file>

<file path=ppt/slideLayouts/slideLayout_8000002C_23F65A4B.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D6F66A7C-2450-4D43-AEC7-53AFAE9E8A03}" type="datetime1">
              <a:rPr lang="en-US" smtClean="0"/>
              <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5E0677F5-4A8A-4BF1-96BE-3BAE8FBAFE2E}" type="slidenum">
              <a:rPr lang="en-US" smtClean="0"/>
              <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3347531"/>
      </p:ext>
    </p:extLst>
  </p:cSld>
  <p:clrMapOvr>
    <a:masterClrMapping/>
  </p:clrMapOvr>
</p:sldLayout>
</file>

<file path=ppt/slideLayouts/slideLayout_8000002D_106CFAF3.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46341" y="1005840"/>
            <a:ext cx="5098676" cy="885847"/>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 y="0"/>
            <a:ext cx="5627801" cy="6858001"/>
          </a:xfrm>
          <a:blipFill>
            <a:blip r:embed="rId2">
              <a:alphaModFix amt="60000"/>
            </a:blip>
            <a:stretch>
              <a:fillRect/>
            </a:stretch>
          </a:blipFill>
        </p:spPr>
        <p:txBody>
          <a:bodyPr/>
          <a:lstStyle>
            <a:lvl1pPr>
              <a:defRPr/>
            </a:lvl1pPr>
          </a:lstStyle>
          <a:p>
            <a:r>
              <a:rPr lang="en-US"/>
              <a:t>   </a:t>
            </a:r>
          </a:p>
        </p:txBody>
      </p:sp>
      <p:sp>
        <p:nvSpPr>
          <p:cNvPr id="3" name="Date Placeholder 2">
            <a:extLst>
              <a:ext uri="{FF2B5EF4-FFF2-40B4-BE49-F238E27FC236}">
                <a16:creationId xmlns:a16="http://schemas.microsoft.com/office/drawing/2014/main" id="{8C8F33F2-F4BB-B275-F273-C808EF0E4C3F}"/>
              </a:ext>
            </a:extLst>
          </p:cNvPr>
          <p:cNvSpPr>
            <a:spLocks noGrp="1"/>
          </p:cNvSpPr>
          <p:nvPr>
            <p:ph type="dt" sz="half" idx="16"/>
          </p:nvPr>
        </p:nvSpPr>
        <p:spPr/>
        <p:txBody>
          <a:bodyPr/>
          <a:lstStyle/>
          <a:p>
            <a:fld id="{7DA2CEDE-2AB4-4FB8-9551-E0AA4222B1A3}" type="datetime1">
              <a:rPr lang="en-US" smtClean="0"/>
              <a:t/>
            </a:fld>
            <a:endParaRPr lang="en-US"/>
          </a:p>
        </p:txBody>
      </p:sp>
      <p:sp>
        <p:nvSpPr>
          <p:cNvPr id="7" name="Footer Placeholder 6">
            <a:extLst>
              <a:ext uri="{FF2B5EF4-FFF2-40B4-BE49-F238E27FC236}">
                <a16:creationId xmlns:a16="http://schemas.microsoft.com/office/drawing/2014/main" id="{13F4D515-6DB5-140D-B839-CB332F27BDD7}"/>
              </a:ext>
            </a:extLst>
          </p:cNvPr>
          <p:cNvSpPr>
            <a:spLocks noGrp="1"/>
          </p:cNvSpPr>
          <p:nvPr>
            <p:ph type="ftr" sz="quarter" idx="17"/>
          </p:nvPr>
        </p:nvSpPr>
        <p:spPr>
          <a:xfrm>
            <a:off x="6146341"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6C24E981-2AEE-AD42-76FB-6003D79DAE8C}"/>
              </a:ext>
            </a:extLst>
          </p:cNvPr>
          <p:cNvSpPr>
            <a:spLocks noGrp="1"/>
          </p:cNvSpPr>
          <p:nvPr>
            <p:ph type="sldNum" sz="quarter" idx="18"/>
          </p:nvPr>
        </p:nvSpPr>
        <p:spPr/>
        <p:txBody>
          <a:bodyPr/>
          <a:lstStyle/>
          <a:p>
            <a:fld id="{5E0677F5-4A8A-4BF1-96BE-3BAE8FBAFE2E}" type="slidenum">
              <a:rPr lang="en-US" smtClean="0"/>
              <a:pPr/>
              <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6155767" y="2047285"/>
            <a:ext cx="5098675" cy="4048715"/>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969FB954-0266-229D-9FE8-7EEDE4102171}"/>
              </a:ext>
            </a:extLst>
          </p:cNvPr>
          <p:cNvCxnSpPr>
            <a:cxnSpLocks/>
          </p:cNvCxnSpPr>
          <p:nvPr/>
        </p:nvCxnSpPr>
        <p:spPr>
          <a:xfrm flipH="1">
            <a:off x="6247224" y="751313"/>
            <a:ext cx="55500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577587"/>
      </p:ext>
    </p:extLst>
  </p:cSld>
  <p:clrMapOvr>
    <a:masterClrMapping/>
  </p:clrMapOvr>
</p:sldLayout>
</file>

<file path=ppt/slideLayouts/slideLayout_8000002E_679EC9C7.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4984"/>
            <a:ext cx="2820593" cy="2018221"/>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23EC03A-74B3-46B6-A70D-0B367EABDC7F}" type="datetime1">
              <a:rPr lang="en-US" smtClean="0"/>
              <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3668134" y="210114"/>
            <a:ext cx="3302000"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178517" y="210114"/>
            <a:ext cx="605475" cy="365760"/>
          </a:xfrm>
        </p:spPr>
        <p:txBody>
          <a:bodyPr/>
          <a:lstStyle/>
          <a:p>
            <a:fld id="{5E0677F5-4A8A-4BF1-96BE-3BAE8FBAFE2E}" type="slidenum">
              <a:rPr lang="en-US" smtClean="0"/>
              <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3669802" y="1014984"/>
            <a:ext cx="3951867" cy="5088504"/>
          </a:xfrm>
        </p:spPr>
        <p:txBody>
          <a:bodyPr rIns="2743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288976" y="0"/>
            <a:ext cx="3903023" cy="6857999"/>
          </a:xfrm>
          <a:blipFill>
            <a:blip r:embed="rId2">
              <a:alphaModFix amt="60000"/>
            </a:blip>
            <a:stretch>
              <a:fillRect/>
            </a:stretch>
          </a:blipFill>
        </p:spPr>
        <p:txBody>
          <a:bodyPr/>
          <a:lstStyle>
            <a:lvl1pPr>
              <a:defRPr/>
            </a:lvl1pPr>
          </a:lstStyle>
          <a:p>
            <a:r>
              <a:rPr lang="en-US"/>
              <a:t>   </a:t>
            </a:r>
          </a:p>
        </p:txBody>
      </p:sp>
      <p:cxnSp>
        <p:nvCxnSpPr>
          <p:cNvPr id="7" name="Straight Connector 6">
            <a:extLst>
              <a:ext uri="{FF2B5EF4-FFF2-40B4-BE49-F238E27FC236}">
                <a16:creationId xmlns:a16="http://schemas.microsoft.com/office/drawing/2014/main" id="{9A521034-7090-2D31-55C9-25FDCC8BE1D5}"/>
              </a:ext>
            </a:extLst>
          </p:cNvPr>
          <p:cNvCxnSpPr>
            <a:cxnSpLocks/>
          </p:cNvCxnSpPr>
          <p:nvPr/>
        </p:nvCxnSpPr>
        <p:spPr>
          <a:xfrm flipH="1">
            <a:off x="397002" y="751313"/>
            <a:ext cx="729776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BEA23E8F-F4E2-0421-02A4-4F2398C907D3}"/>
              </a:ext>
            </a:extLst>
          </p:cNvPr>
          <p:cNvSpPr/>
          <p:nvPr/>
        </p:nvSpPr>
        <p:spPr>
          <a:xfrm flipH="1">
            <a:off x="0" y="3644910"/>
            <a:ext cx="1854200" cy="3213090"/>
          </a:xfrm>
          <a:prstGeom prst="rect">
            <a:avLst/>
          </a:prstGeom>
          <a:gradFill>
            <a:gsLst>
              <a:gs pos="60000">
                <a:schemeClr val="bg2">
                  <a:alpha val="0"/>
                </a:schemeClr>
              </a:gs>
              <a:gs pos="100000">
                <a:schemeClr val="accent6"/>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38459591"/>
      </p:ext>
    </p:extLst>
  </p:cSld>
  <p:clrMapOvr>
    <a:masterClrMapping/>
  </p:clrMapOvr>
</p:sldLayout>
</file>

<file path=ppt/slideLayouts/slideLayout_8000002F_617C33A0.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FBC323F5-F813-45BA-B261-A7C41DB03AE5}" type="datetime1">
              <a:rPr lang="en-US" smtClean="0"/>
              <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5E0677F5-4A8A-4BF1-96BE-3BAE8FBAFE2E}" type="slidenum">
              <a:rPr lang="en-US" smtClean="0"/>
              <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5529632"/>
      </p:ext>
    </p:extLst>
  </p:cSld>
  <p:clrMapOvr>
    <a:masterClrMapping/>
  </p:clrMapOvr>
</p:sldLayout>
</file>

<file path=ppt/slideLayouts/slideLayout_8000003A_C5140F5D.xml><?xml version="1.0" encoding="utf-8"?>
<p:sldLayout xmlns:a="http://schemas.openxmlformats.org/drawingml/2006/main" xmlns:r="http://schemas.openxmlformats.org/officeDocument/2006/relationships" xmlns:p="http://schemas.openxmlformats.org/presentationml/2006/main" showMasterSp="0" preserve="1">
  <p:cSld name="Statement 2">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2CF1CF0-C3ED-5EA1-C726-EBAC66FC459E}"/>
              </a:ext>
            </a:extLst>
          </p:cNvPr>
          <p:cNvGrpSpPr/>
          <p:nvPr/>
        </p:nvGrpSpPr>
        <p:grpSpPr>
          <a:xfrm rot="10800000">
            <a:off x="1" y="0"/>
            <a:ext cx="12190476" cy="6858000"/>
            <a:chOff x="-9781" y="3912"/>
            <a:chExt cx="12211365" cy="6858000"/>
          </a:xfrm>
        </p:grpSpPr>
        <p:sp>
          <p:nvSpPr>
            <p:cNvPr id="5" name="Rectangle 4">
              <a:extLst>
                <a:ext uri="{FF2B5EF4-FFF2-40B4-BE49-F238E27FC236}">
                  <a16:creationId xmlns:a16="http://schemas.microsoft.com/office/drawing/2014/main" id="{09BA6A3A-21BC-BCE6-BC2B-B42FA75A49EF}"/>
                </a:ext>
              </a:extLst>
            </p:cNvPr>
            <p:cNvSpPr/>
            <p:nvPr/>
          </p:nvSpPr>
          <p:spPr>
            <a:xfrm>
              <a:off x="-9780" y="3912"/>
              <a:ext cx="1220983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Rectangle 9">
              <a:extLst>
                <a:ext uri="{FF2B5EF4-FFF2-40B4-BE49-F238E27FC236}">
                  <a16:creationId xmlns:a16="http://schemas.microsoft.com/office/drawing/2014/main" id="{2FB24053-097C-6D55-5E0C-0603408E5C88}"/>
                </a:ext>
              </a:extLst>
            </p:cNvPr>
            <p:cNvSpPr/>
            <p:nvPr/>
          </p:nvSpPr>
          <p:spPr>
            <a:xfrm rot="5400000" flipH="1">
              <a:off x="2666140" y="-2672008"/>
              <a:ext cx="6857996" cy="12209838"/>
            </a:xfrm>
            <a:prstGeom prst="rect">
              <a:avLst/>
            </a:prstGeom>
            <a:gradFill>
              <a:gsLst>
                <a:gs pos="0">
                  <a:schemeClr val="accent3">
                    <a:lumMod val="60000"/>
                    <a:lumOff val="40000"/>
                  </a:schemeClr>
                </a:gs>
                <a:gs pos="65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67536FF5-9154-5325-5E33-F0EC96653800}"/>
                </a:ext>
              </a:extLst>
            </p:cNvPr>
            <p:cNvSpPr/>
            <p:nvPr/>
          </p:nvSpPr>
          <p:spPr>
            <a:xfrm rot="16200000" flipH="1">
              <a:off x="2666139" y="-2672007"/>
              <a:ext cx="6858000" cy="12209838"/>
            </a:xfrm>
            <a:prstGeom prst="rect">
              <a:avLst/>
            </a:prstGeom>
            <a:gradFill flip="none" rotWithShape="1">
              <a:gsLst>
                <a:gs pos="0">
                  <a:schemeClr val="accent1">
                    <a:lumMod val="75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4BFC185B-E462-A41C-3F22-C8625064206D}"/>
                </a:ext>
              </a:extLst>
            </p:cNvPr>
            <p:cNvSpPr/>
            <p:nvPr/>
          </p:nvSpPr>
          <p:spPr>
            <a:xfrm rot="5400000">
              <a:off x="4173989" y="-1164157"/>
              <a:ext cx="3842298" cy="12209838"/>
            </a:xfrm>
            <a:prstGeom prst="rect">
              <a:avLst/>
            </a:prstGeom>
            <a:gradFill>
              <a:gsLst>
                <a:gs pos="0">
                  <a:schemeClr val="accent6"/>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Rectangle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5681150" y="3912"/>
              <a:ext cx="6520434" cy="6858000"/>
            </a:xfrm>
            <a:prstGeom prst="rect">
              <a:avLst/>
            </a:prstGeom>
            <a:gradFill flip="none" rotWithShape="1">
              <a:gsLst>
                <a:gs pos="8000">
                  <a:schemeClr val="bg2"/>
                </a:gs>
                <a:gs pos="71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BBFD9073-9E84-4C56-B5C8-FA6026186803}" type="datetime1">
              <a:rPr lang="en-US" smtClean="0"/>
              <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66900" y="1926628"/>
            <a:ext cx="8420099" cy="3229900"/>
          </a:xfrm>
        </p:spPr>
        <p:txBody>
          <a:bodyPr anchor="ctr">
            <a:normAutofit/>
          </a:bodyPr>
          <a:lstStyle>
            <a:lvl1pPr marL="0" indent="0" algn="ctr">
              <a:lnSpc>
                <a:spcPct val="100000"/>
              </a:lnSpc>
              <a:buNone/>
              <a:defRPr sz="5400" b="0">
                <a:solidFill>
                  <a:schemeClr val="tx1"/>
                </a:solidFill>
              </a:defRPr>
            </a:lvl1pPr>
            <a:lvl2pPr marL="228600" indent="0" algn="ctr">
              <a:lnSpc>
                <a:spcPct val="100000"/>
              </a:lnSpc>
              <a:buNone/>
              <a:defRPr sz="4800" b="0">
                <a:solidFill>
                  <a:schemeClr val="tx1"/>
                </a:solidFill>
              </a:defRPr>
            </a:lvl2pPr>
            <a:lvl3pPr marL="457200" indent="0" algn="ctr">
              <a:lnSpc>
                <a:spcPct val="100000"/>
              </a:lnSpc>
              <a:buNone/>
              <a:defRPr sz="4400" b="0">
                <a:solidFill>
                  <a:schemeClr val="tx1"/>
                </a:solidFill>
              </a:defRPr>
            </a:lvl3pPr>
            <a:lvl4pPr marL="685800" indent="0" algn="ctr">
              <a:lnSpc>
                <a:spcPct val="100000"/>
              </a:lnSpc>
              <a:buNone/>
              <a:defRPr sz="4000" b="0">
                <a:solidFill>
                  <a:schemeClr val="tx1"/>
                </a:solidFill>
              </a:defRPr>
            </a:lvl4pPr>
            <a:lvl5pPr marL="914400" indent="0" algn="ctr">
              <a:lnSpc>
                <a:spcPct val="100000"/>
              </a:lnSpc>
              <a:buNone/>
              <a:defRPr sz="3600" b="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06426205"/>
      </p:ext>
    </p:extLst>
  </p:cSld>
  <p:clrMapOvr>
    <a:masterClrMapping/>
  </p:clrMapOvr>
</p:sldLayout>
</file>

<file path=ppt/slideLayouts/slideLayout_8000003B_880E999F.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FC5C2AD-3C50-C089-D649-A6D2273BB610}"/>
              </a:ext>
            </a:extLst>
          </p:cNvPr>
          <p:cNvSpPr/>
          <p:nvPr/>
        </p:nvSpPr>
        <p:spPr>
          <a:xfrm rot="16200000" flipH="1">
            <a:off x="5328160" y="-27729"/>
            <a:ext cx="1537858" cy="12189821"/>
          </a:xfrm>
          <a:prstGeom prst="rect">
            <a:avLst/>
          </a:prstGeom>
          <a:gradFill>
            <a:gsLst>
              <a:gs pos="38000">
                <a:schemeClr val="accent1">
                  <a:lumMod val="75000"/>
                  <a:alpha val="0"/>
                </a:schemeClr>
              </a:gs>
              <a:gs pos="96000">
                <a:schemeClr val="accent3">
                  <a:lumMod val="60000"/>
                  <a:lumOff val="40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7FD71008-F1A2-4E65-9AFD-4970D8007661}" type="datetime1">
              <a:rPr lang="en-US" smtClean="0"/>
              <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10" name="Rectangle 9">
            <a:extLst>
              <a:ext uri="{FF2B5EF4-FFF2-40B4-BE49-F238E27FC236}">
                <a16:creationId xmlns:a16="http://schemas.microsoft.com/office/drawing/2014/main" id="{B6061286-C2FC-AEA2-F983-2178EAD2A63F}"/>
              </a:ext>
            </a:extLst>
          </p:cNvPr>
          <p:cNvSpPr/>
          <p:nvPr/>
        </p:nvSpPr>
        <p:spPr>
          <a:xfrm flipH="1" flipV="1">
            <a:off x="-3" y="2058528"/>
            <a:ext cx="8585201" cy="4799472"/>
          </a:xfrm>
          <a:prstGeom prst="rect">
            <a:avLst/>
          </a:prstGeom>
          <a:gradFill flip="none" rotWithShape="1">
            <a:gsLst>
              <a:gs pos="69000">
                <a:schemeClr val="accent1">
                  <a:alpha val="0"/>
                </a:schemeClr>
              </a:gs>
              <a:gs pos="30000">
                <a:schemeClr val="accent3">
                  <a:lumMod val="60000"/>
                  <a:lumOff val="40000"/>
                  <a:alpha val="47000"/>
                </a:schemeClr>
              </a:gs>
              <a:gs pos="0">
                <a:schemeClr val="tx1">
                  <a:alpha val="88000"/>
                </a:schemeClr>
              </a:gs>
              <a:gs pos="100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94C601D0-F929-5C7E-ABB1-EDAE306F5314}"/>
              </a:ext>
            </a:extLst>
          </p:cNvPr>
          <p:cNvSpPr/>
          <p:nvPr/>
        </p:nvSpPr>
        <p:spPr>
          <a:xfrm>
            <a:off x="0" y="5298252"/>
            <a:ext cx="11044517" cy="1559747"/>
          </a:xfrm>
          <a:prstGeom prst="rect">
            <a:avLst/>
          </a:prstGeom>
          <a:gradFill>
            <a:gsLst>
              <a:gs pos="36000">
                <a:schemeClr val="accent6">
                  <a:alpha val="0"/>
                </a:schemeClr>
              </a:gs>
              <a:gs pos="91000">
                <a:schemeClr val="bg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EF0725A-63D2-3C07-3E64-787784EF748D}"/>
              </a:ext>
            </a:extLst>
          </p:cNvPr>
          <p:cNvSpPr/>
          <p:nvPr/>
        </p:nvSpPr>
        <p:spPr>
          <a:xfrm>
            <a:off x="-1" y="1719695"/>
            <a:ext cx="12189822" cy="3578557"/>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74320" y="952500"/>
            <a:ext cx="9296400" cy="3578557"/>
          </a:xfrm>
        </p:spPr>
        <p:txBody>
          <a:bodyPr anchor="t">
            <a:noAutofit/>
          </a:bodyPr>
          <a:lstStyle>
            <a:lvl1pPr marL="0" indent="0">
              <a:lnSpc>
                <a:spcPct val="100000"/>
              </a:lnSpc>
              <a:buNone/>
              <a:defRPr sz="50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3200" b="0">
                <a:solidFill>
                  <a:schemeClr val="tx1"/>
                </a:solidFill>
              </a:defRPr>
            </a:lvl3pPr>
            <a:lvl4pPr marL="685800" indent="0">
              <a:lnSpc>
                <a:spcPct val="100000"/>
              </a:lnSpc>
              <a:buNone/>
              <a:defRPr sz="3200" b="0">
                <a:solidFill>
                  <a:schemeClr val="tx1"/>
                </a:solidFill>
              </a:defRPr>
            </a:lvl4pPr>
            <a:lvl5pPr marL="914400" indent="0">
              <a:lnSpc>
                <a:spcPct val="100000"/>
              </a:lnSpc>
              <a:buNone/>
              <a:defRPr sz="3200" b="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658207"/>
      </p:ext>
    </p:extLst>
  </p:cSld>
  <p:clrMapOvr>
    <a:masterClrMapping/>
  </p:clrMapOvr>
</p:sldLayout>
</file>

<file path=ppt/slideLayouts/slideLayout_8000003C_A861D911.xml><?xml version="1.0" encoding="utf-8"?>
<p:sldLayout xmlns:a="http://schemas.openxmlformats.org/drawingml/2006/main" xmlns:r="http://schemas.openxmlformats.org/officeDocument/2006/relationships" xmlns:p="http://schemas.openxmlformats.org/presentationml/2006/main" showMasterSp="0" preserve="1" userDrawn="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13" name="Rectangle 12">
            <a:extLst>
              <a:ext uri="{FF2B5EF4-FFF2-40B4-BE49-F238E27FC236}">
                <a16:creationId xmlns:a16="http://schemas.microsoft.com/office/drawing/2014/main" id="{F49986CB-27CC-E8D1-6341-4F461EB28D7D}"/>
              </a:ext>
              <a:ext uri="{C183D7F6-B498-43B3-948B-1728B52AA6E4}">
                <adec:decorative xmlns:adec="http://schemas.microsoft.com/office/drawing/2017/decorative" val="1"/>
              </a:ext>
            </a:extLst>
          </p:cNvPr>
          <p:cNvSpPr/>
          <p:nvPr/>
        </p:nvSpPr>
        <p:spPr>
          <a:xfrm flipH="1">
            <a:off x="8055" y="3"/>
            <a:ext cx="5597866" cy="6857997"/>
          </a:xfrm>
          <a:prstGeom prst="rect">
            <a:avLst/>
          </a:prstGeom>
          <a:gradFill flip="none" rotWithShape="1">
            <a:gsLst>
              <a:gs pos="1149">
                <a:schemeClr val="bg2">
                  <a:alpha val="0"/>
                </a:schemeClr>
              </a:gs>
              <a:gs pos="31000">
                <a:schemeClr val="bg2"/>
              </a:gs>
              <a:gs pos="78000">
                <a:schemeClr val="accent6">
                  <a:alpha val="0"/>
                </a:schemeClr>
              </a:gs>
            </a:gsLst>
            <a:path path="circle">
              <a:fillToRect l="100000" t="100000"/>
            </a:path>
            <a:tileRect r="-100000" b="-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2FB24053-097C-6D55-5E0C-0603408E5C88}"/>
              </a:ext>
            </a:extLst>
          </p:cNvPr>
          <p:cNvSpPr/>
          <p:nvPr userDrawn="1"/>
        </p:nvSpPr>
        <p:spPr>
          <a:xfrm rot="16200000" flipH="1">
            <a:off x="-801968" y="801971"/>
            <a:ext cx="6647886" cy="5043946"/>
          </a:xfrm>
          <a:prstGeom prst="rect">
            <a:avLst/>
          </a:prstGeom>
          <a:gradFill flip="none" rotWithShape="1">
            <a:gsLst>
              <a:gs pos="0">
                <a:schemeClr val="accent3">
                  <a:lumMod val="60000"/>
                  <a:lumOff val="40000"/>
                </a:schemeClr>
              </a:gs>
              <a:gs pos="64000">
                <a:schemeClr val="accent1">
                  <a:lumMod val="75000"/>
                  <a:alpha val="0"/>
                </a:scheme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5CFC7E7-57B7-4617-A947-41F006E88028}" type="datetime1">
              <a:rPr lang="en-US" smtClean="0"/>
              <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a:xfrm>
            <a:off x="5212080"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3" name="Rectangle 2">
            <a:extLst>
              <a:ext uri="{FF2B5EF4-FFF2-40B4-BE49-F238E27FC236}">
                <a16:creationId xmlns:a16="http://schemas.microsoft.com/office/drawing/2014/main" id="{B3000478-6B9C-F9F2-C4B5-C9452F94C79C}"/>
              </a:ext>
            </a:extLst>
          </p:cNvPr>
          <p:cNvSpPr/>
          <p:nvPr userDrawn="1"/>
        </p:nvSpPr>
        <p:spPr>
          <a:xfrm rot="5400000" flipH="1">
            <a:off x="-433217" y="436937"/>
            <a:ext cx="6838297" cy="6003826"/>
          </a:xfrm>
          <a:prstGeom prst="rect">
            <a:avLst/>
          </a:prstGeom>
          <a:gradFill flip="none" rotWithShape="1">
            <a:gsLst>
              <a:gs pos="23000">
                <a:schemeClr val="bg2"/>
              </a:gs>
              <a:gs pos="55000">
                <a:schemeClr val="bg2">
                  <a:alpha val="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67536FF5-9154-5325-5E33-F0EC96653800}"/>
              </a:ext>
            </a:extLst>
          </p:cNvPr>
          <p:cNvSpPr/>
          <p:nvPr userDrawn="1"/>
        </p:nvSpPr>
        <p:spPr>
          <a:xfrm rot="5400000" flipH="1">
            <a:off x="3491683" y="1418303"/>
            <a:ext cx="1932033" cy="8947354"/>
          </a:xfrm>
          <a:prstGeom prst="rect">
            <a:avLst/>
          </a:prstGeom>
          <a:gradFill flip="none" rotWithShape="1">
            <a:gsLst>
              <a:gs pos="0">
                <a:schemeClr val="accent4"/>
              </a:gs>
              <a:gs pos="53000">
                <a:schemeClr val="bg2">
                  <a:alpha val="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Content Placeholder 9">
            <a:extLst>
              <a:ext uri="{FF2B5EF4-FFF2-40B4-BE49-F238E27FC236}">
                <a16:creationId xmlns:a16="http://schemas.microsoft.com/office/drawing/2014/main" id="{9EC4EF12-D46B-1903-6274-05152A8CAB65}"/>
              </a:ext>
            </a:extLst>
          </p:cNvPr>
          <p:cNvSpPr>
            <a:spLocks noGrp="1"/>
          </p:cNvSpPr>
          <p:nvPr>
            <p:ph sz="quarter" idx="17" hasCustomPrompt="1"/>
          </p:nvPr>
        </p:nvSpPr>
        <p:spPr>
          <a:xfrm>
            <a:off x="5212080" y="762000"/>
            <a:ext cx="5717459" cy="5334000"/>
          </a:xfrm>
        </p:spPr>
        <p:txBody>
          <a:bodyPr anchor="t">
            <a:normAutofit/>
          </a:bodyPr>
          <a:lstStyle>
            <a:lvl1pPr>
              <a:lnSpc>
                <a:spcPct val="100000"/>
              </a:lnSpc>
              <a:defRPr sz="4800"/>
            </a:lvl1pPr>
            <a:lvl2pPr>
              <a:lnSpc>
                <a:spcPct val="100000"/>
              </a:lnSpc>
              <a:defRPr sz="4400"/>
            </a:lvl2pPr>
            <a:lvl3pPr>
              <a:lnSpc>
                <a:spcPct val="100000"/>
              </a:lnSpc>
              <a:defRPr sz="4000"/>
            </a:lvl3pPr>
            <a:lvl4pPr>
              <a:lnSpc>
                <a:spcPct val="100000"/>
              </a:lnSpc>
              <a:defRPr sz="3600"/>
            </a:lvl4pPr>
            <a:lvl5pPr>
              <a:lnSpc>
                <a:spcPct val="100000"/>
              </a:lnSpc>
              <a:defRPr sz="320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24984849"/>
      </p:ext>
    </p:extLst>
  </p:cSld>
  <p:clrMapOvr>
    <a:masterClrMapping/>
  </p:clrMapOvr>
</p:sldLayout>
</file>

<file path=ppt/slideLayouts/slideLayout_8000003D_A9F62C33.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80BDAA3E-BE52-42BC-99E8-CCCB81A57ABD}" type="datetime1">
              <a:rPr lang="en-US" smtClean="0"/>
              <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a:t>Click to add Quote</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userDrawn="1"/>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1482675"/>
      </p:ext>
    </p:extLst>
  </p:cSld>
  <p:clrMapOvr>
    <a:masterClrMapping/>
  </p:clrMapOvr>
</p:sldLayout>
</file>

<file path=ppt/slideLayouts/slideLayout_8000003E_3850D7C2.xml><?xml version="1.0" encoding="utf-8"?>
<p:sldLayout xmlns:a="http://schemas.openxmlformats.org/drawingml/2006/main" xmlns:r="http://schemas.openxmlformats.org/officeDocument/2006/relationships" xmlns:p="http://schemas.openxmlformats.org/presentationml/2006/main" showMasterSp="0" preserve="1">
  <p:cSld name="Quot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35383F-36EC-D5B0-180D-4D5F853027D1}"/>
              </a:ext>
            </a:extLst>
          </p:cNvPr>
          <p:cNvSpPr/>
          <p:nvPr/>
        </p:nvSpPr>
        <p:spPr>
          <a:xfrm flipH="1">
            <a:off x="-1" y="0"/>
            <a:ext cx="12192002" cy="6858000"/>
          </a:xfrm>
          <a:prstGeom prst="rect">
            <a:avLst/>
          </a:prstGeom>
          <a:gradFill flip="none" rotWithShape="1">
            <a:gsLst>
              <a:gs pos="10000">
                <a:schemeClr val="accent3">
                  <a:lumMod val="60000"/>
                  <a:lumOff val="40000"/>
                  <a:alpha val="75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CB5E5C4-3819-D8FF-73C4-648E36786FBE}"/>
              </a:ext>
            </a:extLst>
          </p:cNvPr>
          <p:cNvSpPr/>
          <p:nvPr/>
        </p:nvSpPr>
        <p:spPr>
          <a:xfrm>
            <a:off x="1524" y="0"/>
            <a:ext cx="12188952" cy="6858000"/>
          </a:xfrm>
          <a:prstGeom prst="rect">
            <a:avLst/>
          </a:prstGeom>
          <a:gradFill>
            <a:gsLst>
              <a:gs pos="27000">
                <a:schemeClr val="accent2">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FEFB336-7C01-1B2B-DE9C-135CE71E2AF4}"/>
              </a:ext>
            </a:extLst>
          </p:cNvPr>
          <p:cNvSpPr/>
          <p:nvPr/>
        </p:nvSpPr>
        <p:spPr>
          <a:xfrm rot="10800000" flipH="1">
            <a:off x="3048" y="1"/>
            <a:ext cx="12188952" cy="5601805"/>
          </a:xfrm>
          <a:prstGeom prst="rect">
            <a:avLst/>
          </a:prstGeom>
          <a:gradFill flip="none" rotWithShape="1">
            <a:gsLst>
              <a:gs pos="56000">
                <a:schemeClr val="accent1">
                  <a:alpha val="0"/>
                </a:schemeClr>
              </a:gs>
              <a:gs pos="89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2475326" y="4967784"/>
            <a:ext cx="7241347"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54A4A468-500F-41B2-B72F-78A325FCC0DA}" type="datetime1">
              <a:rPr lang="en-US" smtClean="0"/>
              <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475326" y="1405719"/>
            <a:ext cx="7241347" cy="3261814"/>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a:t>Click to add Quote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4822210"/>
      </p:ext>
    </p:extLst>
  </p:cSld>
  <p:clrMapOvr>
    <a:masterClrMapping/>
  </p:clrMapOvr>
</p:sldLayout>
</file>

<file path=ppt/slideLayouts/slideLayout_8000003F_50D9498B.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2C5369-3140-EE0E-90D0-D10162CA9486}"/>
              </a:ext>
            </a:extLst>
          </p:cNvPr>
          <p:cNvSpPr/>
          <p:nvPr/>
        </p:nvSpPr>
        <p:spPr>
          <a:xfrm flipH="1">
            <a:off x="8215952" y="0"/>
            <a:ext cx="3976048" cy="6858000"/>
          </a:xfrm>
          <a:prstGeom prst="rect">
            <a:avLst/>
          </a:prstGeom>
          <a:gradFill>
            <a:gsLst>
              <a:gs pos="51000">
                <a:schemeClr val="bg2">
                  <a:alpha val="0"/>
                </a:schemeClr>
              </a:gs>
              <a:gs pos="100000">
                <a:schemeClr val="accent1">
                  <a:lumMod val="75000"/>
                  <a:alpha val="80000"/>
                </a:schemeClr>
              </a:gs>
            </a:gsLst>
            <a:lin ang="11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274320" y="5336274"/>
            <a:ext cx="8607140" cy="683525"/>
          </a:xfrm>
        </p:spPr>
        <p:txBody>
          <a:bodyPr anchor="ctr">
            <a:normAutofit/>
          </a:bodyPr>
          <a:lstStyle>
            <a:lvl1pPr marL="137160" indent="-137160">
              <a:defRPr sz="1800"/>
            </a:lvl1pPr>
          </a:lstStyle>
          <a:p>
            <a:r>
              <a:rPr lang="en-US"/>
              <a:t>Quote Author</a:t>
            </a:r>
          </a:p>
        </p:txBody>
      </p:sp>
      <p:sp>
        <p:nvSpPr>
          <p:cNvPr id="8" name="Rectangle 7">
            <a:extLst>
              <a:ext uri="{FF2B5EF4-FFF2-40B4-BE49-F238E27FC236}">
                <a16:creationId xmlns:a16="http://schemas.microsoft.com/office/drawing/2014/main" id="{5A820F3D-C559-60AA-7FD0-657FB2431DB3}"/>
              </a:ext>
            </a:extLst>
          </p:cNvPr>
          <p:cNvSpPr/>
          <p:nvPr/>
        </p:nvSpPr>
        <p:spPr>
          <a:xfrm flipH="1">
            <a:off x="8215952" y="0"/>
            <a:ext cx="3976048" cy="6858000"/>
          </a:xfrm>
          <a:prstGeom prst="rect">
            <a:avLst/>
          </a:prstGeom>
          <a:gradFill>
            <a:gsLst>
              <a:gs pos="75000">
                <a:schemeClr val="bg2">
                  <a:alpha val="0"/>
                </a:schemeClr>
              </a:gs>
              <a:gs pos="96000">
                <a:schemeClr val="accent3">
                  <a:lumMod val="60000"/>
                  <a:lumOff val="40000"/>
                  <a:alpha val="65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03E200B1-3B6B-802E-E076-92826DD27EA2}"/>
              </a:ext>
            </a:extLst>
          </p:cNvPr>
          <p:cNvCxnSpPr>
            <a:cxnSpLocks/>
          </p:cNvCxnSpPr>
          <p:nvPr/>
        </p:nvCxnSpPr>
        <p:spPr>
          <a:xfrm flipH="1">
            <a:off x="394716" y="489532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Date Placeholder 9">
            <a:extLst>
              <a:ext uri="{FF2B5EF4-FFF2-40B4-BE49-F238E27FC236}">
                <a16:creationId xmlns:a16="http://schemas.microsoft.com/office/drawing/2014/main" id="{6CBAF11E-83FD-0A35-2B1B-893C4D55AE9F}"/>
              </a:ext>
            </a:extLst>
          </p:cNvPr>
          <p:cNvSpPr>
            <a:spLocks noGrp="1"/>
          </p:cNvSpPr>
          <p:nvPr>
            <p:ph type="dt" sz="half" idx="14"/>
          </p:nvPr>
        </p:nvSpPr>
        <p:spPr/>
        <p:txBody>
          <a:bodyPr/>
          <a:lstStyle/>
          <a:p>
            <a:fld id="{7DA2CEDE-2AB4-4FB8-9551-E0AA4222B1A3}" type="datetime1">
              <a:rPr lang="en-US" smtClean="0"/>
              <a:t/>
            </a:fld>
            <a:endParaRPr lang="en-US"/>
          </a:p>
        </p:txBody>
      </p:sp>
      <p:sp>
        <p:nvSpPr>
          <p:cNvPr id="11" name="Footer Placeholder 10">
            <a:extLst>
              <a:ext uri="{FF2B5EF4-FFF2-40B4-BE49-F238E27FC236}">
                <a16:creationId xmlns:a16="http://schemas.microsoft.com/office/drawing/2014/main" id="{2C8F38B5-19FF-BF8F-54FC-894E66C40672}"/>
              </a:ext>
            </a:extLst>
          </p:cNvPr>
          <p:cNvSpPr>
            <a:spLocks noGrp="1"/>
          </p:cNvSpPr>
          <p:nvPr>
            <p:ph type="ftr" sz="quarter" idx="15"/>
          </p:nvPr>
        </p:nvSpPr>
        <p:spPr/>
        <p:txBody>
          <a:bodyPr/>
          <a:lstStyle/>
          <a:p>
            <a:r>
              <a:rPr lang="en-US"/>
              <a:t>Sample Footer Text</a:t>
            </a:r>
          </a:p>
        </p:txBody>
      </p:sp>
      <p:sp>
        <p:nvSpPr>
          <p:cNvPr id="12" name="Slide Number Placeholder 11">
            <a:extLst>
              <a:ext uri="{FF2B5EF4-FFF2-40B4-BE49-F238E27FC236}">
                <a16:creationId xmlns:a16="http://schemas.microsoft.com/office/drawing/2014/main" id="{851EB385-BC70-148F-174E-479BEC0F52E8}"/>
              </a:ext>
            </a:extLst>
          </p:cNvPr>
          <p:cNvSpPr>
            <a:spLocks noGrp="1"/>
          </p:cNvSpPr>
          <p:nvPr>
            <p:ph type="sldNum" sz="quarter" idx="16"/>
          </p:nvPr>
        </p:nvSpPr>
        <p:spPr/>
        <p:txBody>
          <a:bodyPr/>
          <a:lstStyle/>
          <a:p>
            <a:fld id="{5E0677F5-4A8A-4BF1-96BE-3BAE8FBAFE2E}" type="slidenum">
              <a:rPr lang="en-US" smtClean="0"/>
              <a:pPr/>
              <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274320" y="1714500"/>
            <a:ext cx="8587285" cy="2625487"/>
          </a:xfrm>
        </p:spPr>
        <p:txBody>
          <a:bodyPr anchor="ctr">
            <a:noAutofit/>
          </a:bodyPr>
          <a:lstStyle>
            <a:lvl1pPr marL="0" indent="0">
              <a:lnSpc>
                <a:spcPct val="100000"/>
              </a:lnSpc>
              <a:buNone/>
              <a:defRPr sz="4400" b="0">
                <a:solidFill>
                  <a:schemeClr val="tx1"/>
                </a:solidFill>
              </a:defRPr>
            </a:lvl1pPr>
            <a:lvl2pPr marL="228600" indent="0">
              <a:lnSpc>
                <a:spcPct val="100000"/>
              </a:lnSpc>
              <a:buNone/>
              <a:defRPr sz="4400" b="0">
                <a:solidFill>
                  <a:schemeClr val="tx1"/>
                </a:solidFill>
              </a:defRPr>
            </a:lvl2pPr>
            <a:lvl3pPr marL="457200" indent="0">
              <a:lnSpc>
                <a:spcPct val="100000"/>
              </a:lnSpc>
              <a:buNone/>
              <a:defRPr sz="4000" b="0">
                <a:solidFill>
                  <a:schemeClr val="tx1"/>
                </a:solidFill>
              </a:defRPr>
            </a:lvl3pPr>
            <a:lvl4pPr marL="685800" indent="0">
              <a:lnSpc>
                <a:spcPct val="100000"/>
              </a:lnSpc>
              <a:buNone/>
              <a:defRPr sz="3600" b="0">
                <a:solidFill>
                  <a:schemeClr val="tx1"/>
                </a:solidFill>
              </a:defRPr>
            </a:lvl4pPr>
            <a:lvl5pPr marL="914400" indent="0">
              <a:lnSpc>
                <a:spcPct val="100000"/>
              </a:lnSpc>
              <a:buNone/>
              <a:defRPr sz="3200" b="0">
                <a:solidFill>
                  <a:schemeClr val="tx1"/>
                </a:solidFill>
              </a:defRPr>
            </a:lvl5pPr>
          </a:lstStyle>
          <a:p>
            <a:pPr lvl="0"/>
            <a:r>
              <a:rPr lang="en-US"/>
              <a:t>Click to add Quote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56417419"/>
      </p:ext>
    </p:extLst>
  </p:cSld>
  <p:clrMapOvr>
    <a:masterClrMapping/>
  </p:clrMapOvr>
</p:sldLayout>
</file>

<file path=ppt/slideLayouts/slideLayout_80000001_6946223E.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7DA2CEDE-2AB4-4FB8-9551-E0AA4222B1A3}" type="datetime1">
              <a:rPr lang="en-US" smtClean="0"/>
              <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r>
              <a:rPr lang="en-US"/>
              <a:t>Sample Footer Text</a:t>
            </a:r>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5E0677F5-4A8A-4BF1-96BE-3BAE8FBAFE2E}" type="slidenum">
              <a:rPr lang="en-US" smtClean="0"/>
              <a:pPr/>
              <a:t/>
            </a:fld>
            <a:endParaRPr lang="en-US"/>
          </a:p>
        </p:txBody>
      </p:sp>
    </p:spTree>
    <p:extLst>
      <p:ext uri="{BB962C8B-B14F-4D97-AF65-F5344CB8AC3E}">
        <p14:creationId xmlns:p14="http://schemas.microsoft.com/office/powerpoint/2010/main" val="1766203966"/>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_80000002_EC777A53.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80EE6BAA-0080-49BB-A5F6-D96B22DFE410}" type="datetime1">
              <a:rPr lang="en-US" smtClean="0"/>
              <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7253075"/>
      </p:ext>
    </p:extLst>
  </p:cSld>
  <p:clrMapOvr>
    <a:masterClrMapping/>
  </p:clrMapOvr>
</p:sldLayout>
</file>

<file path=ppt/slideLayouts/slideLayout_80000003_9A9E7446.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6858000"/>
          </a:xfrm>
          <a:blipFill>
            <a:blip r:embed="rId2">
              <a:alphaModFix amt="70000"/>
            </a:blip>
            <a:stretch>
              <a:fillRect l="1" r="-18789"/>
            </a:stretch>
          </a:blipFill>
        </p:spPr>
        <p:txBody>
          <a:bodyPr/>
          <a:lstStyle>
            <a:lvl1pPr>
              <a:defRPr/>
            </a:lvl1pPr>
          </a:lstStyle>
          <a:p>
            <a:r>
              <a:rPr lang="en-US"/>
              <a:t>   </a:t>
            </a:r>
          </a:p>
        </p:txBody>
      </p:sp>
      <p:sp>
        <p:nvSpPr>
          <p:cNvPr id="5" name="Title 4">
            <a:extLst>
              <a:ext uri="{FF2B5EF4-FFF2-40B4-BE49-F238E27FC236}">
                <a16:creationId xmlns:a16="http://schemas.microsoft.com/office/drawing/2014/main" id="{DD95CC36-AD95-97AF-0B3C-4CA25FF5420C}"/>
              </a:ext>
            </a:extLst>
          </p:cNvPr>
          <p:cNvSpPr>
            <a:spLocks noGrp="1"/>
          </p:cNvSpPr>
          <p:nvPr>
            <p:ph type="title"/>
          </p:nvPr>
        </p:nvSpPr>
        <p:spPr>
          <a:xfrm>
            <a:off x="0" y="3671046"/>
            <a:ext cx="12188952" cy="3186953"/>
          </a:xfrm>
          <a:gradFill>
            <a:gsLst>
              <a:gs pos="56000">
                <a:schemeClr val="bg2">
                  <a:alpha val="71000"/>
                </a:schemeClr>
              </a:gs>
              <a:gs pos="82000">
                <a:schemeClr val="bg2"/>
              </a:gs>
              <a:gs pos="16000">
                <a:schemeClr val="accent4">
                  <a:alpha val="0"/>
                </a:schemeClr>
              </a:gs>
            </a:gsLst>
            <a:lin ang="5400000" scaled="0"/>
          </a:gradFill>
        </p:spPr>
        <p:txBody>
          <a:bodyPr lIns="365760" tIns="91440" rIns="457200" bIns="1005840"/>
          <a:lstStyle>
            <a:lvl1pPr>
              <a:defRPr sz="5000"/>
            </a:lvl1pPr>
          </a:lstStyle>
          <a:p>
            <a:r>
              <a:rPr lang="en-US"/>
              <a:t>Click to edit Master title style</a:t>
            </a:r>
          </a:p>
        </p:txBody>
      </p:sp>
      <p:sp>
        <p:nvSpPr>
          <p:cNvPr id="14" name="Subtitle 2">
            <a:extLst>
              <a:ext uri="{FF2B5EF4-FFF2-40B4-BE49-F238E27FC236}">
                <a16:creationId xmlns:a16="http://schemas.microsoft.com/office/drawing/2014/main" id="{E3BCE92C-E876-D640-79C7-9E2EE54A7517}"/>
              </a:ext>
            </a:extLst>
          </p:cNvPr>
          <p:cNvSpPr>
            <a:spLocks noGrp="1"/>
          </p:cNvSpPr>
          <p:nvPr>
            <p:ph type="subTitle" idx="1"/>
          </p:nvPr>
        </p:nvSpPr>
        <p:spPr>
          <a:xfrm>
            <a:off x="0" y="5770529"/>
            <a:ext cx="12192000" cy="1087471"/>
          </a:xfrm>
          <a:gradFill>
            <a:gsLst>
              <a:gs pos="29000">
                <a:schemeClr val="bg2">
                  <a:alpha val="0"/>
                </a:schemeClr>
              </a:gs>
              <a:gs pos="47000">
                <a:schemeClr val="accent4">
                  <a:lumMod val="50000"/>
                  <a:alpha val="0"/>
                </a:schemeClr>
              </a:gs>
              <a:gs pos="100000">
                <a:schemeClr val="accent3">
                  <a:lumMod val="60000"/>
                  <a:lumOff val="40000"/>
                </a:schemeClr>
              </a:gs>
            </a:gsLst>
            <a:lin ang="5160000" scaled="0"/>
          </a:gradFill>
        </p:spPr>
        <p:txBody>
          <a:bodyPr vert="horz" lIns="393192" tIns="457200" rIns="274320" bIns="731520" rtlCol="0" anchor="b">
            <a:noAutofit/>
          </a:bodyPr>
          <a:lstStyle>
            <a:lvl1pPr marL="0" indent="0">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301752" y="210312"/>
            <a:ext cx="3447355" cy="365760"/>
          </a:xfrm>
        </p:spPr>
        <p:txBody>
          <a:bodyPr/>
          <a:lstStyle/>
          <a:p>
            <a:fld id="{21560963-1EEA-4BDE-8FF9-3FEE13B5D43C}" type="datetime1">
              <a:rPr lang="en-US" smtClean="0"/>
              <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8687" y="210312"/>
            <a:ext cx="448805" cy="365760"/>
          </a:xfrm>
        </p:spPr>
        <p:txBody>
          <a:bodyPr/>
          <a:lstStyle/>
          <a:p>
            <a:fld id="{5E0677F5-4A8A-4BF1-96BE-3BAE8FBAFE2E}" type="slidenum">
              <a:rPr lang="en-US" smtClean="0"/>
              <a:t/>
            </a:fld>
            <a:endParaRPr lang="en-US"/>
          </a:p>
        </p:txBody>
      </p:sp>
    </p:spTree>
    <p:extLst>
      <p:ext uri="{BB962C8B-B14F-4D97-AF65-F5344CB8AC3E}">
        <p14:creationId xmlns:p14="http://schemas.microsoft.com/office/powerpoint/2010/main" val="2594075718"/>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_80000004_AD533FE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Pr>
        <a:solidFill>
          <a:schemeClr val="bg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21560963-1EEA-4BDE-8FF9-3FEE13B5D43C}" type="datetime1">
              <a:rPr lang="en-US" smtClean="0"/>
              <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5E0677F5-4A8A-4BF1-96BE-3BAE8FBAFE2E}" type="slidenum">
              <a:rPr lang="en-US" smtClean="0"/>
              <a:t/>
            </a:fld>
            <a:endParaRPr lang="en-US"/>
          </a:p>
        </p:txBody>
      </p:sp>
    </p:spTree>
    <p:extLst>
      <p:ext uri="{BB962C8B-B14F-4D97-AF65-F5344CB8AC3E}">
        <p14:creationId xmlns:p14="http://schemas.microsoft.com/office/powerpoint/2010/main" val="2907914213"/>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_80000005_9E3D59DC.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4">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69146C6-F597-C006-1822-297853281771}"/>
              </a:ext>
            </a:extLst>
          </p:cNvPr>
          <p:cNvSpPr/>
          <p:nvPr/>
        </p:nvSpPr>
        <p:spPr>
          <a:xfrm rot="16200000" flipH="1">
            <a:off x="1300007" y="3732960"/>
            <a:ext cx="1825034" cy="4425045"/>
          </a:xfrm>
          <a:prstGeom prst="rect">
            <a:avLst/>
          </a:prstGeom>
          <a:gradFill flip="none" rotWithShape="1">
            <a:gsLst>
              <a:gs pos="56000">
                <a:schemeClr val="bg1">
                  <a:alpha val="0"/>
                </a:schemeClr>
              </a:gs>
              <a:gs pos="100000">
                <a:schemeClr val="accent6">
                  <a:alpha val="7000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B08893D-F42F-F8AC-E751-618878BDB5EE}"/>
              </a:ext>
            </a:extLst>
          </p:cNvPr>
          <p:cNvSpPr/>
          <p:nvPr/>
        </p:nvSpPr>
        <p:spPr>
          <a:xfrm rot="10800000">
            <a:off x="0" y="-4"/>
            <a:ext cx="4572000" cy="1825033"/>
          </a:xfrm>
          <a:prstGeom prst="rect">
            <a:avLst/>
          </a:prstGeom>
          <a:gradFill>
            <a:gsLst>
              <a:gs pos="61000">
                <a:schemeClr val="bg2">
                  <a:alpha val="0"/>
                </a:schemeClr>
              </a:gs>
              <a:gs pos="100000">
                <a:schemeClr val="accent1">
                  <a:lumMod val="75000"/>
                  <a:alpha val="85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7268A13E-E2FC-935E-9D1B-2CA406D562F9}"/>
              </a:ext>
            </a:extLst>
          </p:cNvPr>
          <p:cNvSpPr>
            <a:spLocks noGrp="1"/>
          </p:cNvSpPr>
          <p:nvPr>
            <p:ph type="title"/>
          </p:nvPr>
        </p:nvSpPr>
        <p:spPr>
          <a:xfrm>
            <a:off x="268722" y="906109"/>
            <a:ext cx="3620078" cy="3445173"/>
          </a:xfrm>
        </p:spPr>
        <p:txBody>
          <a:bodyPr anchor="t">
            <a:normAutofit/>
          </a:bodyPr>
          <a:lstStyle>
            <a:lvl1pPr>
              <a:defRPr sz="3600"/>
            </a:lvl1pPr>
          </a:lstStyle>
          <a:p>
            <a:r>
              <a:rPr lang="en-US"/>
              <a:t>Click to edit Master title style</a:t>
            </a:r>
          </a:p>
        </p:txBody>
      </p:sp>
      <p:sp>
        <p:nvSpPr>
          <p:cNvPr id="10" name="Subtitle 2">
            <a:extLst>
              <a:ext uri="{FF2B5EF4-FFF2-40B4-BE49-F238E27FC236}">
                <a16:creationId xmlns:a16="http://schemas.microsoft.com/office/drawing/2014/main" id="{51C95713-168A-6692-3C97-A85B41C1AAE4}"/>
              </a:ext>
            </a:extLst>
          </p:cNvPr>
          <p:cNvSpPr>
            <a:spLocks noGrp="1"/>
          </p:cNvSpPr>
          <p:nvPr>
            <p:ph type="subTitle" idx="1"/>
          </p:nvPr>
        </p:nvSpPr>
        <p:spPr>
          <a:xfrm>
            <a:off x="268722" y="5473037"/>
            <a:ext cx="3521018" cy="880873"/>
          </a:xfrm>
          <a:noFill/>
        </p:spPr>
        <p:txBody>
          <a:bodyPr vert="horz" lIns="91440" tIns="45720" rIns="91440" bIns="45720" rtlCol="0" anchor="b">
            <a:noAutofit/>
          </a:bodyPr>
          <a:lstStyle>
            <a:lvl1pPr marL="0" indent="0">
              <a:buNone/>
              <a:defRPr lang="en-US" sz="160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268722" y="210114"/>
            <a:ext cx="2360128" cy="365760"/>
          </a:xfrm>
        </p:spPr>
        <p:txBody>
          <a:bodyPr/>
          <a:lstStyle/>
          <a:p>
            <a:r>
              <a:rPr lang="en-US"/>
              <a:t>Sample Footer Text</a:t>
            </a:r>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2645216" y="210114"/>
            <a:ext cx="1005840" cy="365760"/>
          </a:xfrm>
        </p:spPr>
        <p:txBody>
          <a:bodyPr/>
          <a:lstStyle/>
          <a:p>
            <a:fld id="{BCA7961A-B010-49E0-A3F6-1ED7ACF29013}" type="datetime1">
              <a:rPr lang="en-US" smtClean="0"/>
              <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a:xfrm>
            <a:off x="3760180" y="210114"/>
            <a:ext cx="495299" cy="365760"/>
          </a:xfrm>
        </p:spPr>
        <p:txBody>
          <a:bodyPr/>
          <a:lstStyle/>
          <a:p>
            <a:fld id="{5E0677F5-4A8A-4BF1-96BE-3BAE8FBAFE2E}" type="slidenum">
              <a:rPr lang="en-US" smtClean="0"/>
              <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4572000" y="0"/>
            <a:ext cx="7620000" cy="6858000"/>
          </a:xfrm>
          <a:blipFill>
            <a:blip r:embed="rId2">
              <a:alphaModFix amt="7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6548208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36A26BC0.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5">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6A8D131-CBCA-5C49-BC11-F46A79A7B14C}"/>
              </a:ext>
            </a:extLst>
          </p:cNvPr>
          <p:cNvSpPr/>
          <p:nvPr/>
        </p:nvSpPr>
        <p:spPr>
          <a:xfrm rot="16200000" flipH="1">
            <a:off x="376872" y="-386654"/>
            <a:ext cx="6858000" cy="7631304"/>
          </a:xfrm>
          <a:prstGeom prst="rect">
            <a:avLst/>
          </a:prstGeom>
          <a:gradFill flip="none" rotWithShape="1">
            <a:gsLst>
              <a:gs pos="0">
                <a:schemeClr val="accent1">
                  <a:lumMod val="75000"/>
                </a:schemeClr>
              </a:gs>
              <a:gs pos="35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Rectangle 4">
            <a:extLst>
              <a:ext uri="{FF2B5EF4-FFF2-40B4-BE49-F238E27FC236}">
                <a16:creationId xmlns:a16="http://schemas.microsoft.com/office/drawing/2014/main" id="{D64BBC73-2B54-D426-37D1-91554AB6280D}"/>
              </a:ext>
            </a:extLst>
          </p:cNvPr>
          <p:cNvSpPr/>
          <p:nvPr/>
        </p:nvSpPr>
        <p:spPr>
          <a:xfrm rot="5400000">
            <a:off x="4174854" y="-1144323"/>
            <a:ext cx="3842298" cy="12191994"/>
          </a:xfrm>
          <a:prstGeom prst="rect">
            <a:avLst/>
          </a:prstGeom>
          <a:gradFill>
            <a:gsLst>
              <a:gs pos="0">
                <a:schemeClr val="accent3">
                  <a:lumMod val="50000"/>
                </a:schemeClr>
              </a:gs>
              <a:gs pos="48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Rectangle 5">
            <a:extLst>
              <a:ext uri="{FF2B5EF4-FFF2-40B4-BE49-F238E27FC236}">
                <a16:creationId xmlns:a16="http://schemas.microsoft.com/office/drawing/2014/main" id="{E2267C95-ECBD-88E5-88AE-67841646FC78}"/>
              </a:ext>
              <a:ext uri="{C183D7F6-B498-43B3-948B-1728B52AA6E4}">
                <adec:decorative xmlns:adec="http://schemas.microsoft.com/office/drawing/2017/decorative" val="1"/>
              </a:ext>
            </a:extLst>
          </p:cNvPr>
          <p:cNvSpPr/>
          <p:nvPr/>
        </p:nvSpPr>
        <p:spPr>
          <a:xfrm flipH="1">
            <a:off x="2756015" y="0"/>
            <a:ext cx="4875297" cy="6850173"/>
          </a:xfrm>
          <a:prstGeom prst="rect">
            <a:avLst/>
          </a:prstGeom>
          <a:gradFill flip="none" rotWithShape="1">
            <a:gsLst>
              <a:gs pos="19000">
                <a:schemeClr val="bg2"/>
              </a:gs>
              <a:gs pos="49000">
                <a:schemeClr val="accent6">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itle 12">
            <a:extLst>
              <a:ext uri="{FF2B5EF4-FFF2-40B4-BE49-F238E27FC236}">
                <a16:creationId xmlns:a16="http://schemas.microsoft.com/office/drawing/2014/main" id="{AC3C9A42-36FA-B347-AD02-B9A12C8D9EAF}"/>
              </a:ext>
            </a:extLst>
          </p:cNvPr>
          <p:cNvSpPr>
            <a:spLocks noGrp="1"/>
          </p:cNvSpPr>
          <p:nvPr>
            <p:ph type="title"/>
          </p:nvPr>
        </p:nvSpPr>
        <p:spPr>
          <a:xfrm>
            <a:off x="272779" y="1135378"/>
            <a:ext cx="5676921" cy="2163626"/>
          </a:xfrm>
        </p:spPr>
        <p:txBody>
          <a:bodyPr anchor="t"/>
          <a:lstStyle>
            <a:lvl1pPr>
              <a:defRPr sz="5000"/>
            </a:lvl1pPr>
          </a:lstStyle>
          <a:p>
            <a:r>
              <a:rPr lang="en-US"/>
              <a:t>Click to edit Master title style</a:t>
            </a:r>
          </a:p>
        </p:txBody>
      </p:sp>
      <p:sp>
        <p:nvSpPr>
          <p:cNvPr id="15" name="Subtitle 2">
            <a:extLst>
              <a:ext uri="{FF2B5EF4-FFF2-40B4-BE49-F238E27FC236}">
                <a16:creationId xmlns:a16="http://schemas.microsoft.com/office/drawing/2014/main" id="{E1DB729E-19D6-E1D5-DB31-89E9DF5D4004}"/>
              </a:ext>
            </a:extLst>
          </p:cNvPr>
          <p:cNvSpPr>
            <a:spLocks noGrp="1"/>
          </p:cNvSpPr>
          <p:nvPr>
            <p:ph type="subTitle" idx="1"/>
          </p:nvPr>
        </p:nvSpPr>
        <p:spPr>
          <a:xfrm>
            <a:off x="301752" y="4774541"/>
            <a:ext cx="4875296" cy="1591058"/>
          </a:xfrm>
          <a:noFill/>
        </p:spPr>
        <p:txBody>
          <a:bodyPr vert="horz" lIns="91440" tIns="45720" rIns="91440" bIns="45720" rtlCol="0" anchor="b">
            <a:noAutofit/>
          </a:bodyPr>
          <a:lstStyle>
            <a:lvl1pPr marL="0" indent="0">
              <a:buNone/>
              <a:defRPr lang="en-US" sz="1600" dirty="0"/>
            </a:lvl1pPr>
          </a:lstStyle>
          <a:p>
            <a:pPr lvl="0"/>
            <a:r>
              <a:rPr lang="en-US"/>
              <a:t>Click to edit Master subtitle style</a:t>
            </a:r>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a:xfrm>
            <a:off x="301752" y="210114"/>
            <a:ext cx="2509284" cy="365760"/>
          </a:xfrm>
        </p:spPr>
        <p:txBody>
          <a:bodyPr/>
          <a:lstStyle/>
          <a:p>
            <a:r>
              <a:rPr lang="en-US"/>
              <a:t>Sample Footer Text</a:t>
            </a:r>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210114"/>
            <a:ext cx="2153412" cy="365760"/>
          </a:xfrm>
        </p:spPr>
        <p:txBody>
          <a:bodyPr/>
          <a:lstStyle/>
          <a:p>
            <a:fld id="{9458DF63-6CB9-404F-8464-DF813E7A7B12}" type="datetime1">
              <a:rPr lang="en-US" smtClean="0"/>
              <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210114"/>
            <a:ext cx="493776" cy="365760"/>
          </a:xfrm>
        </p:spPr>
        <p:txBody>
          <a:bodyPr/>
          <a:lstStyle/>
          <a:p>
            <a:fld id="{5E0677F5-4A8A-4BF1-96BE-3BAE8FBAFE2E}" type="slidenum">
              <a:rPr lang="en-US" smtClean="0"/>
              <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621524" y="0"/>
            <a:ext cx="4570476" cy="6858000"/>
          </a:xfrm>
          <a:blipFill>
            <a:blip r:embed="rId2">
              <a:alphaModFix amt="70000"/>
            </a:blip>
            <a:stretch>
              <a:fillRect/>
            </a:stretch>
          </a:blipFill>
        </p:spPr>
        <p:txBody>
          <a:bodyPr/>
          <a:lstStyle>
            <a:lvl1pPr>
              <a:defRPr/>
            </a:lvl1pPr>
          </a:lstStyle>
          <a:p>
            <a:r>
              <a:rPr lang="en-US"/>
              <a:t>   </a:t>
            </a:r>
          </a:p>
        </p:txBody>
      </p:sp>
      <p:cxnSp>
        <p:nvCxnSpPr>
          <p:cNvPr id="7" name="Straight Connector 6">
            <a:extLst>
              <a:ext uri="{FF2B5EF4-FFF2-40B4-BE49-F238E27FC236}">
                <a16:creationId xmlns:a16="http://schemas.microsoft.com/office/drawing/2014/main" id="{3B3541FD-375E-9F25-9D6E-2C93D6A17135}"/>
              </a:ext>
            </a:extLst>
          </p:cNvPr>
          <p:cNvCxnSpPr>
            <a:cxnSpLocks/>
          </p:cNvCxnSpPr>
          <p:nvPr userDrawn="1"/>
        </p:nvCxnSpPr>
        <p:spPr>
          <a:xfrm flipH="1">
            <a:off x="398166" y="762000"/>
            <a:ext cx="669969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661408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276230F5.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6C36F6-3968-40FA-37EA-155D2BE42AD1}"/>
              </a:ext>
            </a:extLst>
          </p:cNvPr>
          <p:cNvSpPr/>
          <p:nvPr/>
        </p:nvSpPr>
        <p:spPr>
          <a:xfrm>
            <a:off x="-2754" y="5254619"/>
            <a:ext cx="12188952" cy="1603381"/>
          </a:xfrm>
          <a:prstGeom prst="rect">
            <a:avLst/>
          </a:prstGeom>
          <a:gradFill>
            <a:gsLst>
              <a:gs pos="62000">
                <a:schemeClr val="accent6">
                  <a:lumMod val="50000"/>
                  <a:alpha val="0"/>
                </a:schemeClr>
              </a:gs>
              <a:gs pos="100000">
                <a:schemeClr val="accent4">
                  <a:alpha val="8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63A348-0551-47A0-DA50-F560E4EC6794}"/>
              </a:ext>
            </a:extLst>
          </p:cNvPr>
          <p:cNvSpPr/>
          <p:nvPr/>
        </p:nvSpPr>
        <p:spPr>
          <a:xfrm>
            <a:off x="1430867" y="4492679"/>
            <a:ext cx="10758085" cy="2365320"/>
          </a:xfrm>
          <a:prstGeom prst="rect">
            <a:avLst/>
          </a:prstGeom>
          <a:gradFill>
            <a:gsLst>
              <a:gs pos="71000">
                <a:schemeClr val="accent1">
                  <a:lumMod val="50000"/>
                  <a:alpha val="0"/>
                </a:schemeClr>
              </a:gs>
              <a:gs pos="99000">
                <a:schemeClr val="accent3">
                  <a:lumMod val="60000"/>
                  <a:lumOff val="40000"/>
                  <a:alpha val="40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7EE9334A-B58A-1191-419B-686185B07C62}"/>
              </a:ext>
            </a:extLst>
          </p:cNvPr>
          <p:cNvSpPr>
            <a:spLocks noGrp="1"/>
          </p:cNvSpPr>
          <p:nvPr>
            <p:ph type="title"/>
          </p:nvPr>
        </p:nvSpPr>
        <p:spPr>
          <a:xfrm>
            <a:off x="274320" y="5216448"/>
            <a:ext cx="7627857" cy="1394843"/>
          </a:xfrm>
        </p:spPr>
        <p:txBody>
          <a:bodyPr>
            <a:normAutofit/>
          </a:bodyPr>
          <a:lstStyle>
            <a:lvl1pPr>
              <a:defRPr sz="3600"/>
            </a:lvl1pPr>
          </a:lstStyle>
          <a:p>
            <a:r>
              <a:rPr lang="en-US"/>
              <a:t>Click to edit Master title style</a:t>
            </a:r>
          </a:p>
        </p:txBody>
      </p:sp>
      <p:sp>
        <p:nvSpPr>
          <p:cNvPr id="12" name="Subtitle 2">
            <a:extLst>
              <a:ext uri="{FF2B5EF4-FFF2-40B4-BE49-F238E27FC236}">
                <a16:creationId xmlns:a16="http://schemas.microsoft.com/office/drawing/2014/main" id="{25AC1EE1-879A-DD62-9DEE-9EDB54468EA5}"/>
              </a:ext>
            </a:extLst>
          </p:cNvPr>
          <p:cNvSpPr>
            <a:spLocks noGrp="1"/>
          </p:cNvSpPr>
          <p:nvPr>
            <p:ph type="subTitle" idx="1"/>
          </p:nvPr>
        </p:nvSpPr>
        <p:spPr>
          <a:xfrm>
            <a:off x="9183509" y="5216447"/>
            <a:ext cx="2738340" cy="1394844"/>
          </a:xfrm>
          <a:noFill/>
        </p:spPr>
        <p:txBody>
          <a:bodyPr vert="horz" lIns="91440" tIns="45720" rIns="91440" bIns="45720" rtlCol="0" anchor="b">
            <a:noAutofit/>
          </a:bodyPr>
          <a:lstStyle>
            <a:lvl1pPr marL="0" indent="0">
              <a:buNone/>
              <a:defRPr lang="en-US" sz="1400" dirty="0"/>
            </a:lvl1pPr>
          </a:lstStyle>
          <a:p>
            <a:pPr lvl="0"/>
            <a:r>
              <a:rPr lang="en-US"/>
              <a:t>Click to edit Master subtitle style</a:t>
            </a:r>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3936570"/>
          </a:xfrm>
          <a:blipFill>
            <a:blip r:embed="rId2">
              <a:alphaModFix amt="70000"/>
            </a:blip>
            <a:stretch>
              <a:fillRect t="-14126"/>
            </a:stretch>
          </a:blipFill>
        </p:spPr>
        <p:txBody>
          <a:bodyPr/>
          <a:lstStyle>
            <a:lvl1pPr>
              <a:defRPr/>
            </a:lvl1pPr>
          </a:lstStyle>
          <a:p>
            <a:r>
              <a:rPr lang="en-US"/>
              <a:t>   </a:t>
            </a:r>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301752" y="4154963"/>
            <a:ext cx="3447355" cy="365760"/>
          </a:xfrm>
        </p:spPr>
        <p:txBody>
          <a:bodyPr/>
          <a:lstStyle/>
          <a:p>
            <a:fld id="{21560963-1EEA-4BDE-8FF9-3FEE13B5D43C}" type="datetime1">
              <a:rPr lang="en-US" smtClean="0"/>
              <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093201" y="4154963"/>
            <a:ext cx="2181351"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52503" y="4154963"/>
            <a:ext cx="448805" cy="365760"/>
          </a:xfrm>
        </p:spPr>
        <p:txBody>
          <a:bodyPr/>
          <a:lstStyle/>
          <a:p>
            <a:fld id="{5E0677F5-4A8A-4BF1-96BE-3BAE8FBAFE2E}" type="slidenum">
              <a:rPr lang="en-US" smtClean="0"/>
              <a:t/>
            </a:fld>
            <a:endParaRPr lang="en-US"/>
          </a:p>
        </p:txBody>
      </p:sp>
    </p:spTree>
    <p:extLst>
      <p:ext uri="{BB962C8B-B14F-4D97-AF65-F5344CB8AC3E}">
        <p14:creationId xmlns:p14="http://schemas.microsoft.com/office/powerpoint/2010/main" val="660746485"/>
      </p:ext>
    </p:extLst>
  </p:cSld>
  <p:clrMapOvr>
    <a:masterClrMapping/>
  </p:clrMapOvr>
  <p:extLst>
    <p:ext uri="{DCECCB84-F9BA-43D5-87BE-67443E8EF086}">
      <p15:sldGuideLst xmlns:p15="http://schemas.microsoft.com/office/powerpoint/2012/main">
        <p15:guide id="6" pos="3840">
          <p15:clr>
            <a:srgbClr val="FBAE40"/>
          </p15:clr>
        </p15:guide>
      </p15:sldGuideLst>
    </p:ext>
  </p:extLst>
</p:sldLayout>
</file>

<file path=ppt/slideLayouts/slideLayout_80000008_4B08CF9A.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5C02513-E6E5-DFFD-29B1-02BE448BAD59}"/>
              </a:ext>
              <a:ext uri="{C183D7F6-B498-43B3-948B-1728B52AA6E4}">
                <adec:decorative xmlns:adec="http://schemas.microsoft.com/office/drawing/2017/decorative" val="1"/>
              </a:ext>
            </a:extLst>
          </p:cNvPr>
          <p:cNvSpPr/>
          <p:nvPr/>
        </p:nvSpPr>
        <p:spPr>
          <a:xfrm>
            <a:off x="2483189" y="0"/>
            <a:ext cx="9708811" cy="6859553"/>
          </a:xfrm>
          <a:prstGeom prst="rect">
            <a:avLst/>
          </a:prstGeom>
          <a:gradFill flip="none" rotWithShape="1">
            <a:gsLst>
              <a:gs pos="9000">
                <a:schemeClr val="accent1">
                  <a:lumMod val="75000"/>
                </a:schemeClr>
              </a:gs>
              <a:gs pos="54000">
                <a:schemeClr val="bg2">
                  <a:alpha val="0"/>
                </a:schemeClr>
              </a:gs>
            </a:gsLst>
            <a:lin ang="13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4F31A197-F740-DCA2-902E-29B890C31486}"/>
              </a:ext>
              <a:ext uri="{C183D7F6-B498-43B3-948B-1728B52AA6E4}">
                <adec:decorative xmlns:adec="http://schemas.microsoft.com/office/drawing/2017/decorative" val="1"/>
              </a:ext>
            </a:extLst>
          </p:cNvPr>
          <p:cNvSpPr/>
          <p:nvPr/>
        </p:nvSpPr>
        <p:spPr>
          <a:xfrm rot="10800000">
            <a:off x="398166" y="2201332"/>
            <a:ext cx="11793834" cy="4656665"/>
          </a:xfrm>
          <a:prstGeom prst="rect">
            <a:avLst/>
          </a:prstGeom>
          <a:gradFill>
            <a:gsLst>
              <a:gs pos="0">
                <a:schemeClr val="accent2"/>
              </a:gs>
              <a:gs pos="36000">
                <a:schemeClr val="accent1">
                  <a:lumMod val="5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BE6801FB-115C-F074-E428-F4A4A588BCE7}"/>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17000">
                <a:schemeClr val="accent3">
                  <a:lumMod val="60000"/>
                  <a:lumOff val="40000"/>
                  <a:alpha val="51000"/>
                </a:schemeClr>
              </a:gs>
              <a:gs pos="44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cxnSp>
        <p:nvCxnSpPr>
          <p:cNvPr id="14" name="Straight Connector 13">
            <a:extLst>
              <a:ext uri="{FF2B5EF4-FFF2-40B4-BE49-F238E27FC236}">
                <a16:creationId xmlns:a16="http://schemas.microsoft.com/office/drawing/2014/main" id="{3CE9BCB7-0B84-78EB-474B-9077DE024658}"/>
              </a:ext>
            </a:extLst>
          </p:cNvPr>
          <p:cNvCxnSpPr>
            <a:cxnSpLocks/>
          </p:cNvCxnSpPr>
          <p:nvPr/>
        </p:nvCxnSpPr>
        <p:spPr>
          <a:xfrm flipH="1">
            <a:off x="358140" y="5174874"/>
            <a:ext cx="11475720"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0" name="Title 9">
            <a:extLst>
              <a:ext uri="{FF2B5EF4-FFF2-40B4-BE49-F238E27FC236}">
                <a16:creationId xmlns:a16="http://schemas.microsoft.com/office/drawing/2014/main" id="{B7CA771C-C0DC-4CE5-6507-04B80A7BF2D3}"/>
              </a:ext>
            </a:extLst>
          </p:cNvPr>
          <p:cNvSpPr>
            <a:spLocks noGrp="1"/>
          </p:cNvSpPr>
          <p:nvPr>
            <p:ph type="title"/>
          </p:nvPr>
        </p:nvSpPr>
        <p:spPr>
          <a:xfrm>
            <a:off x="274320" y="388704"/>
            <a:ext cx="9509760" cy="4297679"/>
          </a:xfrm>
        </p:spPr>
        <p:txBody>
          <a:bodyPr anchor="t"/>
          <a:lstStyle>
            <a:lvl1pPr>
              <a:defRPr sz="6000"/>
            </a:lvl1pPr>
          </a:lstStyle>
          <a:p>
            <a:r>
              <a:rPr lang="en-US"/>
              <a:t>Click to edit Master title style</a:t>
            </a:r>
          </a:p>
        </p:txBody>
      </p:sp>
      <p:sp>
        <p:nvSpPr>
          <p:cNvPr id="17" name="Subtitle 2">
            <a:extLst>
              <a:ext uri="{FF2B5EF4-FFF2-40B4-BE49-F238E27FC236}">
                <a16:creationId xmlns:a16="http://schemas.microsoft.com/office/drawing/2014/main" id="{1CA59141-B447-02B6-2167-E19939B6D502}"/>
              </a:ext>
            </a:extLst>
          </p:cNvPr>
          <p:cNvSpPr>
            <a:spLocks noGrp="1"/>
          </p:cNvSpPr>
          <p:nvPr>
            <p:ph type="subTitle" idx="1"/>
          </p:nvPr>
        </p:nvSpPr>
        <p:spPr>
          <a:xfrm>
            <a:off x="301751" y="5486399"/>
            <a:ext cx="6951553" cy="726128"/>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1F96BEF7-236A-87FA-F0D9-F4515D8135D3}"/>
              </a:ext>
            </a:extLst>
          </p:cNvPr>
          <p:cNvSpPr>
            <a:spLocks noGrp="1"/>
          </p:cNvSpPr>
          <p:nvPr>
            <p:ph type="dt" sz="half" idx="10"/>
          </p:nvPr>
        </p:nvSpPr>
        <p:spPr>
          <a:xfrm>
            <a:off x="301752" y="6304985"/>
            <a:ext cx="2218156" cy="365760"/>
          </a:xfrm>
        </p:spPr>
        <p:txBody>
          <a:bodyPr/>
          <a:lstStyle>
            <a:lvl1pPr>
              <a:defRPr>
                <a:solidFill>
                  <a:schemeClr val="tx1"/>
                </a:solidFill>
              </a:defRPr>
            </a:lvl1pPr>
          </a:lstStyle>
          <a:p>
            <a:fld id="{082FB242-E4A2-4711-B168-6D02C45DBE61}" type="datetime1">
              <a:rPr lang="en-US" smtClean="0"/>
              <a:t/>
            </a:fld>
            <a:endParaRPr lang="en-US"/>
          </a:p>
        </p:txBody>
      </p:sp>
      <p:sp>
        <p:nvSpPr>
          <p:cNvPr id="5" name="Footer Placeholder 4">
            <a:extLst>
              <a:ext uri="{FF2B5EF4-FFF2-40B4-BE49-F238E27FC236}">
                <a16:creationId xmlns:a16="http://schemas.microsoft.com/office/drawing/2014/main" id="{B2B0F5B7-78E6-2702-0F8C-122F4D21C908}"/>
              </a:ext>
            </a:extLst>
          </p:cNvPr>
          <p:cNvSpPr>
            <a:spLocks noGrp="1"/>
          </p:cNvSpPr>
          <p:nvPr>
            <p:ph type="ftr" sz="quarter" idx="11"/>
          </p:nvPr>
        </p:nvSpPr>
        <p:spPr>
          <a:xfrm>
            <a:off x="7622485" y="6304985"/>
            <a:ext cx="2509284" cy="365760"/>
          </a:xfrm>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929C8F0-DE20-1DBB-6A42-CBFFAE15D7E6}"/>
              </a:ext>
            </a:extLst>
          </p:cNvPr>
          <p:cNvSpPr>
            <a:spLocks noGrp="1"/>
          </p:cNvSpPr>
          <p:nvPr>
            <p:ph type="sldNum" sz="quarter" idx="12"/>
          </p:nvPr>
        </p:nvSpPr>
        <p:spPr>
          <a:xfrm>
            <a:off x="11407526" y="6304985"/>
            <a:ext cx="493776" cy="365760"/>
          </a:xfrm>
        </p:spPr>
        <p:txBody>
          <a:bodyPr/>
          <a:lstStyle>
            <a:lvl1pPr>
              <a:defRPr>
                <a:solidFill>
                  <a:schemeClr val="tx1"/>
                </a:solidFill>
              </a:defRPr>
            </a:lvl1pPr>
          </a:lstStyle>
          <a:p>
            <a:fld id="{5E0677F5-4A8A-4BF1-96BE-3BAE8FBAFE2E}" type="slidenum">
              <a:rPr lang="en-US" smtClean="0"/>
              <a:pPr/>
              <a:t/>
            </a:fld>
            <a:endParaRPr lang="en-US"/>
          </a:p>
        </p:txBody>
      </p:sp>
    </p:spTree>
    <p:extLst>
      <p:ext uri="{BB962C8B-B14F-4D97-AF65-F5344CB8AC3E}">
        <p14:creationId xmlns:p14="http://schemas.microsoft.com/office/powerpoint/2010/main" val="12588686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A56ECD7A.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7DA2CEDE-2AB4-4FB8-9551-E0AA4222B1A3}" type="datetime1">
              <a:rPr lang="en-US" smtClean="0"/>
              <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5E0677F5-4A8A-4BF1-96BE-3BAE8FBAFE2E}" type="slidenum">
              <a:rPr lang="en-US" smtClean="0"/>
              <a:pPr/>
              <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userDrawn="1"/>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55022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8_46C90886.xml><?xml version="1.0" encoding="utf-8"?>
<p:sldLayout xmlns:a="http://schemas.openxmlformats.org/drawingml/2006/main" xmlns:r="http://schemas.openxmlformats.org/officeDocument/2006/relationships" xmlns:p="http://schemas.openxmlformats.org/presentationml/2006/main" showMasterSp="0" preserve="1">
  <p:cSld name="Section Header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16200000" flipH="1">
            <a:off x="-367223" y="363046"/>
            <a:ext cx="6866356" cy="6131909"/>
          </a:xfrm>
          <a:prstGeom prst="rect">
            <a:avLst/>
          </a:prstGeom>
          <a:gradFill>
            <a:gsLst>
              <a:gs pos="0">
                <a:schemeClr val="accent1">
                  <a:lumMod val="75000"/>
                </a:schemeClr>
              </a:gs>
              <a:gs pos="69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16200000">
            <a:off x="-2106733" y="2106735"/>
            <a:ext cx="6858000" cy="2644533"/>
          </a:xfrm>
          <a:prstGeom prst="rect">
            <a:avLst/>
          </a:prstGeom>
          <a:gradFill>
            <a:gsLst>
              <a:gs pos="0">
                <a:schemeClr val="accent3">
                  <a:lumMod val="60000"/>
                  <a:lumOff val="40000"/>
                  <a:alpha val="72000"/>
                </a:schemeClr>
              </a:gs>
              <a:gs pos="49000">
                <a:schemeClr val="bg2">
                  <a:alpha val="0"/>
                </a:schemeClr>
              </a:gs>
            </a:gsLst>
            <a:lin ang="58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DF922070-FC98-090C-2EE5-E880AEA09D1B}"/>
              </a:ext>
            </a:extLst>
          </p:cNvPr>
          <p:cNvSpPr/>
          <p:nvPr/>
        </p:nvSpPr>
        <p:spPr>
          <a:xfrm flipH="1" flipV="1">
            <a:off x="0" y="2200164"/>
            <a:ext cx="12192000" cy="4657836"/>
          </a:xfrm>
          <a:prstGeom prst="rect">
            <a:avLst/>
          </a:prstGeom>
          <a:gradFill>
            <a:gsLst>
              <a:gs pos="0">
                <a:schemeClr val="accent2"/>
              </a:gs>
              <a:gs pos="52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274320" y="1079500"/>
            <a:ext cx="9867900" cy="5514953"/>
          </a:xfrm>
        </p:spPr>
        <p:txBody>
          <a:bodyPr anchor="b">
            <a:normAutofit/>
          </a:bodyPr>
          <a:lstStyle>
            <a:lvl1pP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BFF27D51-28B8-B2E3-D66E-632D6F01E601}"/>
              </a:ext>
            </a:extLst>
          </p:cNvPr>
          <p:cNvSpPr>
            <a:spLocks noGrp="1"/>
          </p:cNvSpPr>
          <p:nvPr>
            <p:ph type="dt" sz="half" idx="10"/>
          </p:nvPr>
        </p:nvSpPr>
        <p:spPr/>
        <p:txBody>
          <a:bodyPr/>
          <a:lstStyle/>
          <a:p>
            <a:fld id="{7DA2CEDE-2AB4-4FB8-9551-E0AA4222B1A3}" type="datetime1">
              <a:rPr lang="en-US" smtClean="0"/>
              <a:t/>
            </a:fld>
            <a:endParaRPr lang="en-US"/>
          </a:p>
        </p:txBody>
      </p:sp>
      <p:sp>
        <p:nvSpPr>
          <p:cNvPr id="4" name="Footer Placeholder 3">
            <a:extLst>
              <a:ext uri="{FF2B5EF4-FFF2-40B4-BE49-F238E27FC236}">
                <a16:creationId xmlns:a16="http://schemas.microsoft.com/office/drawing/2014/main" id="{411DCFE3-286D-146F-718D-4D8F709FB8DE}"/>
              </a:ext>
            </a:extLst>
          </p:cNvPr>
          <p:cNvSpPr>
            <a:spLocks noGrp="1"/>
          </p:cNvSpPr>
          <p:nvPr>
            <p:ph type="ftr" sz="quarter" idx="11"/>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C65F9152-3DAD-AB36-D2B3-9A4DBF0AA786}"/>
              </a:ext>
            </a:extLst>
          </p:cNvPr>
          <p:cNvSpPr>
            <a:spLocks noGrp="1"/>
          </p:cNvSpPr>
          <p:nvPr>
            <p:ph type="sldNum" sz="quarter" idx="12"/>
          </p:nvPr>
        </p:nvSpPr>
        <p:spPr/>
        <p:txBody>
          <a:bodyPr/>
          <a:lstStyle/>
          <a:p>
            <a:fld id="{5E0677F5-4A8A-4BF1-96BE-3BAE8FBAFE2E}" type="slidenum">
              <a:rPr lang="en-US" smtClean="0"/>
              <a:pPr/>
              <a:t/>
            </a:fld>
            <a:endParaRPr lang="en-US"/>
          </a:p>
        </p:txBody>
      </p:sp>
    </p:spTree>
    <p:extLst>
      <p:ext uri="{BB962C8B-B14F-4D97-AF65-F5344CB8AC3E}">
        <p14:creationId xmlns:p14="http://schemas.microsoft.com/office/powerpoint/2010/main" val="1187580038"/>
      </p:ext>
    </p:extLst>
  </p:cSld>
  <p:clrMapOvr>
    <a:masterClrMapping/>
  </p:clrMapOvr>
</p:sldLayout>
</file>

<file path=ppt/slideLayouts/slideLayout_80000019_B78BAB5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7DA2CEDE-2AB4-4FB8-9551-E0AA4222B1A3}" type="datetime1">
              <a:rPr lang="en-US" smtClean="0"/>
              <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r>
              <a:rPr lang="en-US"/>
              <a:t>Sample Footer Text</a:t>
            </a:r>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5E0677F5-4A8A-4BF1-96BE-3BAE8FBAFE2E}" type="slidenum">
              <a:rPr lang="en-US" smtClean="0"/>
              <a:pPr/>
              <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9383891"/>
      </p:ext>
    </p:extLst>
  </p:cSld>
  <p:clrMapOvr>
    <a:masterClrMapping/>
  </p:clrMapOvr>
</p:sldLayout>
</file>

<file path=ppt/slideLayouts/slideLayout_80000020_6131B141.xml><?xml version="1.0" encoding="utf-8"?>
<p:sldLayout xmlns:a="http://schemas.openxmlformats.org/drawingml/2006/main" xmlns:r="http://schemas.openxmlformats.org/officeDocument/2006/relationships" xmlns:p="http://schemas.openxmlformats.org/presentationml/2006/main" showMasterSp="0" preserve="1">
  <p:cSld name="Content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C3E08220-0958-4EB6-84AC-FBA5654D4035}" type="datetime1">
              <a:rPr lang="en-US" smtClean="0"/>
              <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30646593"/>
      </p:ext>
    </p:extLst>
  </p:cSld>
  <p:clrMapOvr>
    <a:masterClrMapping/>
  </p:clrMapOvr>
</p:sldLayout>
</file>

<file path=ppt/slideLayouts/slideLayout_80000021_1E29DFD0.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8149B0F-FE5F-465D-BF44-EE1D3847CE00}" type="datetime1">
              <a:rPr lang="en-US" smtClean="0"/>
              <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6306086" cy="5335754"/>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6060752"/>
      </p:ext>
    </p:extLst>
  </p:cSld>
  <p:clrMapOvr>
    <a:masterClrMapping/>
  </p:clrMapOvr>
</p:sldLayout>
</file>

<file path=ppt/slideLayouts/slideLayout_80000022_25CE817D.xml><?xml version="1.0" encoding="utf-8"?>
<p:sldLayout xmlns:a="http://schemas.openxmlformats.org/drawingml/2006/main" xmlns:r="http://schemas.openxmlformats.org/officeDocument/2006/relationships" xmlns:p="http://schemas.openxmlformats.org/presentationml/2006/main" showMasterSp="0"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376"/>
            <a:ext cx="9875520" cy="731520"/>
          </a:xfrm>
        </p:spPr>
        <p:txBody>
          <a:bodyPr anchor="b">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7DA9862-2C49-41B4-AD0B-6F93BC6DDDF8}" type="datetime1">
              <a:rPr lang="en-US" smtClean="0"/>
              <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10" name="Rectangle 9">
            <a:extLst>
              <a:ext uri="{FF2B5EF4-FFF2-40B4-BE49-F238E27FC236}">
                <a16:creationId xmlns:a16="http://schemas.microsoft.com/office/drawing/2014/main" id="{67BDEC48-6AF0-A15B-1E5D-9476B32733A4}"/>
              </a:ext>
            </a:extLst>
          </p:cNvPr>
          <p:cNvSpPr/>
          <p:nvPr/>
        </p:nvSpPr>
        <p:spPr>
          <a:xfrm rot="10800000" flipH="1">
            <a:off x="0" y="1700784"/>
            <a:ext cx="12192000" cy="2406798"/>
          </a:xfrm>
          <a:prstGeom prst="rect">
            <a:avLst/>
          </a:prstGeom>
          <a:gradFill>
            <a:gsLst>
              <a:gs pos="79000">
                <a:schemeClr val="bg2">
                  <a:alpha val="0"/>
                </a:schemeClr>
              </a:gs>
              <a:gs pos="100000">
                <a:schemeClr val="accent6">
                  <a:alpha val="66000"/>
                </a:schemeClr>
              </a:gs>
            </a:gsLst>
            <a:lin ang="564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6CCDA7C-EB2B-A59A-8F97-263F3FE42D52}"/>
              </a:ext>
            </a:extLst>
          </p:cNvPr>
          <p:cNvSpPr/>
          <p:nvPr/>
        </p:nvSpPr>
        <p:spPr>
          <a:xfrm rot="10800000">
            <a:off x="1159597" y="1700784"/>
            <a:ext cx="11032403" cy="1260888"/>
          </a:xfrm>
          <a:prstGeom prst="rect">
            <a:avLst/>
          </a:prstGeom>
          <a:gradFill flip="none" rotWithShape="1">
            <a:gsLst>
              <a:gs pos="21830">
                <a:schemeClr val="accent1">
                  <a:lumMod val="75000"/>
                  <a:alpha val="35000"/>
                </a:schemeClr>
              </a:gs>
              <a:gs pos="0">
                <a:schemeClr val="accent3">
                  <a:lumMod val="60000"/>
                  <a:lumOff val="40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2011679"/>
            <a:ext cx="1161288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4290557"/>
      </p:ext>
    </p:extLst>
  </p:cSld>
  <p:clrMapOvr>
    <a:masterClrMapping/>
  </p:clrMapOvr>
</p:sldLayout>
</file>

<file path=ppt/slideLayouts/slideLayout_80000023_C6CEE46F.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25717"/>
            <a:ext cx="3144282" cy="2443427"/>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8149B0F-FE5F-465D-BF44-EE1D3847CE00}" type="datetime1">
              <a:rPr lang="en-US" smtClean="0"/>
              <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0069" y="210114"/>
            <a:ext cx="2664515"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0070" y="1025717"/>
            <a:ext cx="7420178" cy="5375082"/>
          </a:xfrm>
        </p:spPr>
        <p:txBody>
          <a:bodyPr vert="horz" lIns="91440" tIns="45720" rIns="82296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5447663"/>
      </p:ext>
    </p:extLst>
  </p:cSld>
  <p:clrMapOvr>
    <a:masterClrMapping/>
  </p:clrMapOvr>
</p:sldLayout>
</file>

<file path=ppt/slideLayouts/slideLayout_80000024_7821AAEB.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37D881E9-FF16-48A7-B8AA-A17AAAEAD6E1}" type="datetime1">
              <a:rPr lang="en-US" smtClean="0"/>
              <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5E0677F5-4A8A-4BF1-96BE-3BAE8FBAFE2E}" type="slidenum">
              <a:rPr lang="en-US" smtClean="0"/>
              <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5472363"/>
      </p:ext>
    </p:extLst>
  </p:cSld>
  <p:clrMapOvr>
    <a:masterClrMapping/>
  </p:clrMapOvr>
</p:sldLayout>
</file>

<file path=ppt/slideLayouts/slideLayout_80000025_F277239B.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59103" y="952500"/>
            <a:ext cx="3239262" cy="1582882"/>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0"/>
            <a:ext cx="7620000" cy="6858001"/>
          </a:xfrm>
          <a:blipFill>
            <a:blip r:embed="rId2">
              <a:alphaModFix amt="60000"/>
            </a:blip>
            <a:stretch>
              <a:fillRect/>
            </a:stretch>
          </a:blipFill>
        </p:spPr>
        <p:txBody>
          <a:bodyPr/>
          <a:lstStyle>
            <a:lvl1pPr>
              <a:defRPr/>
            </a:lvl1pPr>
          </a:lstStyle>
          <a:p>
            <a:r>
              <a:rPr lang="en-US"/>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381000" y="210114"/>
            <a:ext cx="1413537" cy="365760"/>
          </a:xfrm>
        </p:spPr>
        <p:txBody>
          <a:bodyPr/>
          <a:lstStyle/>
          <a:p>
            <a:fld id="{52D95AE2-CFB9-4B68-957C-4721356B27A9}" type="datetime1">
              <a:rPr lang="en-US" smtClean="0"/>
              <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50916" y="210114"/>
            <a:ext cx="2333520"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smtClean="0"/>
              <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59103" y="3103929"/>
            <a:ext cx="3239262" cy="3109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A2AF1B15-A912-4D71-3A1C-A97F524B9DE0}"/>
              </a:ext>
            </a:extLst>
          </p:cNvPr>
          <p:cNvCxnSpPr>
            <a:cxnSpLocks/>
          </p:cNvCxnSpPr>
          <p:nvPr/>
        </p:nvCxnSpPr>
        <p:spPr>
          <a:xfrm flipH="1">
            <a:off x="8237415"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7894171"/>
      </p:ext>
    </p:extLst>
  </p:cSld>
  <p:clrMapOvr>
    <a:masterClrMapping/>
  </p:clrMapOvr>
</p:sldLayout>
</file>

<file path=ppt/slideLayouts/slideLayout_80000026_5E0B93ED.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862C1B48-5712-40E8-928E-1136C5D12A17}"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5E0677F5-4A8A-4BF1-96BE-3BAE8FBAFE2E}" type="slidenum">
              <a:rPr lang="en-US" smtClean="0"/>
              <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7817069"/>
      </p:ext>
    </p:extLst>
  </p:cSld>
  <p:clrMapOvr>
    <a:masterClrMapping/>
  </p:clrMapOvr>
</p:sldLayout>
</file>

<file path=ppt/slideLayouts/slideLayout_80000027_1679B430.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2BDF39F2-6977-4B14-98E3-4DFE82804B0D}" type="datetime1">
              <a:rPr lang="en-US" smtClean="0"/>
              <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E0677F5-4A8A-4BF1-96BE-3BAE8FBAFE2E}" type="slidenum">
              <a:rPr lang="en-US" smtClean="0"/>
              <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userDrawn="1"/>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074736"/>
      </p:ext>
    </p:extLst>
  </p:cSld>
  <p:clrMapOvr>
    <a:masterClrMapping/>
  </p:clrMapOvr>
</p:sldLayout>
</file>

<file path=ppt/slideLayouts/slideLayout_80000028_E8A685BC.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1" y="955810"/>
            <a:ext cx="4114799" cy="1244051"/>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301752" y="210114"/>
            <a:ext cx="1485900" cy="365760"/>
          </a:xfrm>
        </p:spPr>
        <p:txBody>
          <a:bodyPr/>
          <a:lstStyle/>
          <a:p>
            <a:fld id="{2BDF39F2-6977-4B14-98E3-4DFE82804B0D}" type="datetime1">
              <a:rPr lang="en-US" smtClean="0"/>
              <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2268722" y="210114"/>
            <a:ext cx="1860464" cy="365760"/>
          </a:xfrm>
        </p:spPr>
        <p:txBody>
          <a:bodyPr/>
          <a:lstStyle/>
          <a:p>
            <a:r>
              <a:rPr lang="en-US"/>
              <a:t>Sample Footer Text</a:t>
            </a:r>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a:xfrm>
            <a:off x="4192949" y="210114"/>
            <a:ext cx="605475" cy="365760"/>
          </a:xfrm>
        </p:spPr>
        <p:txBody>
          <a:bodyPr/>
          <a:lstStyle/>
          <a:p>
            <a:fld id="{5E0677F5-4A8A-4BF1-96BE-3BAE8FBAFE2E}" type="slidenum">
              <a:rPr lang="en-US" smtClean="0"/>
              <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2788920"/>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5232400" y="1"/>
            <a:ext cx="6959600" cy="6858000"/>
          </a:xfrm>
          <a:blipFill>
            <a:blip r:embed="rId2">
              <a:alphaModFix amt="60000"/>
            </a:blip>
            <a:stretch>
              <a:fillRect/>
            </a:stretch>
          </a:blipFill>
        </p:spPr>
        <p:txBody>
          <a:bodyPr/>
          <a:lstStyle>
            <a:lvl1pPr>
              <a:defRPr/>
            </a:lvl1pPr>
          </a:lstStyle>
          <a:p>
            <a:r>
              <a:rPr lang="en-US"/>
              <a:t>   </a:t>
            </a:r>
          </a:p>
        </p:txBody>
      </p:sp>
      <p:cxnSp>
        <p:nvCxnSpPr>
          <p:cNvPr id="5" name="Straight Connector 4">
            <a:extLst>
              <a:ext uri="{FF2B5EF4-FFF2-40B4-BE49-F238E27FC236}">
                <a16:creationId xmlns:a16="http://schemas.microsoft.com/office/drawing/2014/main" id="{F5904EB0-09B1-E4AD-6BEA-66B82835A61F}"/>
              </a:ext>
            </a:extLst>
          </p:cNvPr>
          <p:cNvCxnSpPr>
            <a:cxnSpLocks/>
          </p:cNvCxnSpPr>
          <p:nvPr/>
        </p:nvCxnSpPr>
        <p:spPr>
          <a:xfrm flipH="1">
            <a:off x="395444"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B01857F-DF9F-2A98-2C2B-889C9BE29432}"/>
              </a:ext>
            </a:extLst>
          </p:cNvPr>
          <p:cNvSpPr/>
          <p:nvPr userDrawn="1"/>
        </p:nvSpPr>
        <p:spPr>
          <a:xfrm>
            <a:off x="0"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3227324"/>
      </p:ext>
    </p:extLst>
  </p:cSld>
  <p:clrMapOvr>
    <a:masterClrMapping/>
  </p:clrMapOvr>
</p:sldLayout>
</file>

<file path=ppt/slideLayouts/slideLayout_80000029_CA2BCCC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62C1B48-5712-40E8-928E-1136C5D12A17}" type="datetime1">
              <a:rPr lang="en-US" smtClean="0"/>
              <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smtClean="0"/>
              <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a:t>   </a:t>
            </a:r>
          </a:p>
        </p:txBody>
      </p:sp>
    </p:spTree>
    <p:extLst>
      <p:ext uri="{BB962C8B-B14F-4D97-AF65-F5344CB8AC3E}">
        <p14:creationId xmlns:p14="http://schemas.microsoft.com/office/powerpoint/2010/main" val="3391868103"/>
      </p:ext>
    </p:extLst>
  </p:cSld>
  <p:clrMapOvr>
    <a:masterClrMapping/>
  </p:clrMapOvr>
</p:sldLayout>
</file>

<file path=ppt/slideLayouts/slideLayout_80000030_6267A347.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124712"/>
            <a:ext cx="6035040" cy="118872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341B6B1A-D5A1-4BE6-F356-717BCDE641E2}"/>
              </a:ext>
            </a:extLst>
          </p:cNvPr>
          <p:cNvSpPr>
            <a:spLocks noGrp="1"/>
          </p:cNvSpPr>
          <p:nvPr>
            <p:ph type="dt" sz="half" idx="16"/>
          </p:nvPr>
        </p:nvSpPr>
        <p:spPr>
          <a:xfrm>
            <a:off x="301752" y="210114"/>
            <a:ext cx="1759288" cy="365760"/>
          </a:xfrm>
        </p:spPr>
        <p:txBody>
          <a:bodyPr/>
          <a:lstStyle/>
          <a:p>
            <a:fld id="{7DA2CEDE-2AB4-4FB8-9551-E0AA4222B1A3}" type="datetime1">
              <a:rPr lang="en-US" smtClean="0"/>
              <a:t/>
            </a:fld>
            <a:endParaRPr lang="en-US"/>
          </a:p>
        </p:txBody>
      </p:sp>
      <p:sp>
        <p:nvSpPr>
          <p:cNvPr id="5" name="Footer Placeholder 4">
            <a:extLst>
              <a:ext uri="{FF2B5EF4-FFF2-40B4-BE49-F238E27FC236}">
                <a16:creationId xmlns:a16="http://schemas.microsoft.com/office/drawing/2014/main" id="{EC0BF832-23A2-A613-62C4-CB5A46DFFDAE}"/>
              </a:ext>
            </a:extLst>
          </p:cNvPr>
          <p:cNvSpPr>
            <a:spLocks noGrp="1"/>
          </p:cNvSpPr>
          <p:nvPr>
            <p:ph type="ftr" sz="quarter" idx="17"/>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840ECE9-B681-F022-60D1-1A016882C82F}"/>
              </a:ext>
            </a:extLst>
          </p:cNvPr>
          <p:cNvSpPr>
            <a:spLocks noGrp="1"/>
          </p:cNvSpPr>
          <p:nvPr>
            <p:ph type="sldNum" sz="quarter" idx="18"/>
          </p:nvPr>
        </p:nvSpPr>
        <p:spPr/>
        <p:txBody>
          <a:bodyPr/>
          <a:lstStyle/>
          <a:p>
            <a:fld id="{5E0677F5-4A8A-4BF1-96BE-3BAE8FBAFE2E}" type="slidenum">
              <a:rPr lang="en-US" smtClean="0"/>
              <a:pPr/>
              <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93776" y="2629095"/>
            <a:ext cx="6286500" cy="3729912"/>
          </a:xfrm>
          <a:blipFill>
            <a:blip r:embed="rId2">
              <a:alphaModFix amt="60000"/>
            </a:blip>
            <a:stretch>
              <a:fillRect b="-13379"/>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20000" y="1124712"/>
            <a:ext cx="3683000" cy="523429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a:extLst>
              <a:ext uri="{FF2B5EF4-FFF2-40B4-BE49-F238E27FC236}">
                <a16:creationId xmlns:a16="http://schemas.microsoft.com/office/drawing/2014/main" id="{8751E514-0366-08AF-7655-4232DA4DBADF}"/>
              </a:ext>
            </a:extLst>
          </p:cNvPr>
          <p:cNvSpPr/>
          <p:nvPr/>
        </p:nvSpPr>
        <p:spPr>
          <a:xfrm flipH="1">
            <a:off x="3009900" y="5797487"/>
            <a:ext cx="9182100" cy="1060512"/>
          </a:xfrm>
          <a:prstGeom prst="rect">
            <a:avLst/>
          </a:prstGeom>
          <a:gradFill>
            <a:gsLst>
              <a:gs pos="55000">
                <a:schemeClr val="bg2">
                  <a:alpha val="0"/>
                </a:schemeClr>
              </a:gs>
              <a:gs pos="100000">
                <a:schemeClr val="accent4"/>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817AFFE-A609-63B8-B679-F0129190A122}"/>
              </a:ext>
            </a:extLst>
          </p:cNvPr>
          <p:cNvSpPr/>
          <p:nvPr/>
        </p:nvSpPr>
        <p:spPr>
          <a:xfrm rot="5400000" flipH="1">
            <a:off x="9426287" y="4092286"/>
            <a:ext cx="4807525" cy="723901"/>
          </a:xfrm>
          <a:prstGeom prst="rect">
            <a:avLst/>
          </a:prstGeom>
          <a:gradFill>
            <a:gsLst>
              <a:gs pos="47000">
                <a:schemeClr val="bg2">
                  <a:alpha val="0"/>
                </a:schemeClr>
              </a:gs>
              <a:gs pos="100000">
                <a:schemeClr val="accent3">
                  <a:lumMod val="40000"/>
                  <a:lumOff val="60000"/>
                  <a:alpha val="61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0959175"/>
      </p:ext>
    </p:extLst>
  </p:cSld>
  <p:clrMapOvr>
    <a:masterClrMapping/>
  </p:clrMapOvr>
</p:sldLayout>
</file>

<file path=ppt/slideLayouts/slideLayout_80000031_9EE024B2.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60120"/>
            <a:ext cx="7726680" cy="914400"/>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6D40D1C1-6E49-4083-B78C-1B50EA73104C}" type="datetime1">
              <a:rPr lang="en-US" smtClean="0"/>
              <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4942516" y="203862"/>
            <a:ext cx="2377440"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7540537" y="203862"/>
            <a:ext cx="602991" cy="365760"/>
          </a:xfrm>
        </p:spPr>
        <p:txBody>
          <a:bodyPr/>
          <a:lstStyle/>
          <a:p>
            <a:fld id="{5E0677F5-4A8A-4BF1-96BE-3BAE8FBAFE2E}" type="slidenum">
              <a:rPr lang="en-US" smtClean="0"/>
              <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1" y="2194560"/>
            <a:ext cx="772668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8663152" y="0"/>
            <a:ext cx="3528848" cy="6858000"/>
          </a:xfrm>
          <a:blipFill>
            <a:blip r:embed="rId2">
              <a:alphaModFix amt="60000"/>
            </a:blip>
            <a:stretch>
              <a:fillRect/>
            </a:stretch>
          </a:blipFill>
        </p:spPr>
        <p:txBody>
          <a:bodyPr/>
          <a:lstStyle>
            <a:lvl1pPr>
              <a:defRPr/>
            </a:lvl1pPr>
          </a:lstStyle>
          <a:p>
            <a:r>
              <a:rPr lang="en-US"/>
              <a:t>   </a:t>
            </a:r>
          </a:p>
        </p:txBody>
      </p:sp>
      <p:cxnSp>
        <p:nvCxnSpPr>
          <p:cNvPr id="5" name="Straight Connector 4">
            <a:extLst>
              <a:ext uri="{FF2B5EF4-FFF2-40B4-BE49-F238E27FC236}">
                <a16:creationId xmlns:a16="http://schemas.microsoft.com/office/drawing/2014/main" id="{61A1B53F-5BA2-09DF-9A48-941699CA2D54}"/>
              </a:ext>
            </a:extLst>
          </p:cNvPr>
          <p:cNvCxnSpPr>
            <a:cxnSpLocks/>
          </p:cNvCxnSpPr>
          <p:nvPr/>
        </p:nvCxnSpPr>
        <p:spPr>
          <a:xfrm flipH="1">
            <a:off x="457202" y="751313"/>
            <a:ext cx="758952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5489586"/>
      </p:ext>
    </p:extLst>
  </p:cSld>
  <p:clrMapOvr>
    <a:masterClrMapping/>
  </p:clrMapOvr>
</p:sldLayout>
</file>

<file path=ppt/slideLayouts/slideLayout_80000032_959102AC.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10016" y="957435"/>
            <a:ext cx="6400800" cy="885847"/>
          </a:xfrm>
        </p:spPr>
        <p:txBody>
          <a:bodyPr rIns="548640" anchor="b"/>
          <a:lstStyle/>
          <a:p>
            <a:r>
              <a:rPr lang="en-US"/>
              <a:t>Click to edit Master title style</a:t>
            </a:r>
          </a:p>
        </p:txBody>
      </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2" y="0"/>
            <a:ext cx="4698090" cy="6858001"/>
          </a:xfrm>
          <a:blipFill>
            <a:blip r:embed="rId2">
              <a:alphaModFix amt="60000"/>
            </a:blip>
            <a:stretch>
              <a:fillRect/>
            </a:stretch>
          </a:blipFill>
        </p:spPr>
        <p:txBody>
          <a:bodyPr/>
          <a:lstStyle>
            <a:lvl1pPr>
              <a:defRPr/>
            </a:lvl1pPr>
          </a:lstStyle>
          <a:p>
            <a:r>
              <a:rPr lang="en-US"/>
              <a:t>   </a:t>
            </a:r>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5213149" y="212239"/>
            <a:ext cx="2208276" cy="365760"/>
          </a:xfrm>
        </p:spPr>
        <p:txBody>
          <a:bodyPr/>
          <a:lstStyle/>
          <a:p>
            <a:fld id="{E74C9532-5249-4EF8-9302-9703A89C50A6}" type="datetime1">
              <a:rPr lang="en-US" smtClean="0"/>
              <a:t/>
            </a:fld>
            <a:endParaRPr lang="en-US"/>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7619999" y="210114"/>
            <a:ext cx="2297151" cy="365760"/>
          </a:xfrm>
        </p:spPr>
        <p:txBody>
          <a:bodyPr/>
          <a:lstStyle/>
          <a:p>
            <a:r>
              <a:rPr lang="en-US"/>
              <a:t>Sample Footer Text</a:t>
            </a:r>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E0677F5-4A8A-4BF1-96BE-3BAE8FBAFE2E}" type="slidenum">
              <a:rPr lang="en-US" smtClean="0"/>
              <a:t/>
            </a:fld>
            <a:endParaRPr lang="en-US"/>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10016" y="2054715"/>
            <a:ext cx="6400800" cy="4502965"/>
          </a:xfrm>
        </p:spPr>
        <p:txBody>
          <a:bodyPr rIns="54864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69D4FBA1-5448-1E5A-42E9-23AAC06CC512}"/>
              </a:ext>
            </a:extLst>
          </p:cNvPr>
          <p:cNvCxnSpPr>
            <a:cxnSpLocks/>
          </p:cNvCxnSpPr>
          <p:nvPr/>
        </p:nvCxnSpPr>
        <p:spPr>
          <a:xfrm flipH="1">
            <a:off x="5319887" y="751313"/>
            <a:ext cx="6477397"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9308588"/>
      </p:ext>
    </p:extLst>
  </p:cSld>
  <p:clrMapOvr>
    <a:masterClrMapping/>
  </p:clrMapOvr>
</p:sldLayout>
</file>

<file path=ppt/slideLayouts/slideLayout_80000033_4C7EBE3D.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83374653"/>
      </p:ext>
    </p:extLst>
  </p:cSld>
  <p:clrMapOvr>
    <a:masterClrMapping/>
  </p:clrMapOvr>
</p:sldLayout>
</file>

<file path=ppt/slideLayouts/slideLayout_80000034_9914E5DA.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4A97960-D10E-4C66-898F-E062784CD6C7}" type="datetime1">
              <a:rPr lang="en-US" smtClean="0"/>
              <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r>
              <a:rPr lang="en-US"/>
              <a:t>Sample Footer Text</a:t>
            </a:r>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8283610"/>
      </p:ext>
    </p:extLst>
  </p:cSld>
  <p:clrMapOvr>
    <a:masterClrMapping/>
  </p:clrMapOvr>
</p:sldLayout>
</file>

<file path=ppt/slideLayouts/slideLayout_80000035_3EE35967.xml><?xml version="1.0" encoding="utf-8"?>
<p:sldLayout xmlns:a="http://schemas.openxmlformats.org/drawingml/2006/main" xmlns:r="http://schemas.openxmlformats.org/officeDocument/2006/relationships" xmlns:p="http://schemas.openxmlformats.org/presentationml/2006/main" showMasterSp="0" preserve="1" userDrawn="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27B77AD4-7B4F-4A76-ADEB-9CF6601338DB}" type="datetime1">
              <a:rPr lang="en-US" smtClean="0"/>
              <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5086951"/>
      </p:ext>
    </p:extLst>
  </p:cSld>
  <p:clrMapOvr>
    <a:masterClrMapping/>
  </p:clrMapOvr>
</p:sldLayout>
</file>

<file path=ppt/slideLayouts/slideLayout_80000036_5F28AB60.xml><?xml version="1.0" encoding="utf-8"?>
<p:sldLayout xmlns:a="http://schemas.openxmlformats.org/drawingml/2006/main" xmlns:r="http://schemas.openxmlformats.org/officeDocument/2006/relationships" xmlns:p="http://schemas.openxmlformats.org/presentationml/2006/main" showMasterSp="0" preserve="1" userDrawn="1">
  <p:cSld name="Number Large 2">
    <p:spTree>
      <p:nvGrpSpPr>
        <p:cNvPr id="1" name=""/>
        <p:cNvGrpSpPr/>
        <p:nvPr/>
      </p:nvGrpSpPr>
      <p:grpSpPr>
        <a:xfrm>
          <a:off x="0" y="0"/>
          <a:ext cx="0" cy="0"/>
          <a:chOff x="0" y="0"/>
          <a:chExt cx="0" cy="0"/>
        </a:xfrm>
      </p:grpSpPr>
      <p:sp>
        <p:nvSpPr>
          <p:cNvPr id="10" name="Title 10">
            <a:extLst>
              <a:ext uri="{FF2B5EF4-FFF2-40B4-BE49-F238E27FC236}">
                <a16:creationId xmlns:a16="http://schemas.microsoft.com/office/drawing/2014/main" id="{DD010CB8-5ADF-D96A-0AE8-D830AFDEB94C}"/>
              </a:ext>
            </a:extLst>
          </p:cNvPr>
          <p:cNvSpPr>
            <a:spLocks noGrp="1"/>
          </p:cNvSpPr>
          <p:nvPr>
            <p:ph type="title"/>
          </p:nvPr>
        </p:nvSpPr>
        <p:spPr>
          <a:xfrm>
            <a:off x="7622485" y="1100831"/>
            <a:ext cx="3503935" cy="3811825"/>
          </a:xfrm>
        </p:spPr>
        <p:txBody>
          <a:bodyPr anchor="t">
            <a:normAutofit/>
          </a:bodyPr>
          <a:lstStyle>
            <a:lvl1pPr>
              <a:lnSpc>
                <a:spcPct val="10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7E7D3A11-047C-4AE4-9A54-AA0426E18492}" type="datetime1">
              <a:rPr lang="en-US" smtClean="0"/>
              <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9" name="Content Placeholder 9">
            <a:extLst>
              <a:ext uri="{FF2B5EF4-FFF2-40B4-BE49-F238E27FC236}">
                <a16:creationId xmlns:a16="http://schemas.microsoft.com/office/drawing/2014/main" id="{205AA2D5-1683-397E-F373-FD43CF41C356}"/>
              </a:ext>
            </a:extLst>
          </p:cNvPr>
          <p:cNvSpPr>
            <a:spLocks noGrp="1"/>
          </p:cNvSpPr>
          <p:nvPr>
            <p:ph sz="quarter" idx="17" hasCustomPrompt="1"/>
          </p:nvPr>
        </p:nvSpPr>
        <p:spPr>
          <a:xfrm>
            <a:off x="274638" y="1192305"/>
            <a:ext cx="6354305" cy="5302119"/>
          </a:xfrm>
        </p:spPr>
        <p:txBody>
          <a:bodyPr anchor="b"/>
          <a:lstStyle>
            <a:lvl1pPr>
              <a:lnSpc>
                <a:spcPct val="85000"/>
              </a:lnSpc>
              <a:defRPr sz="167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a:t>##%</a:t>
            </a:r>
          </a:p>
        </p:txBody>
      </p:sp>
      <p:cxnSp>
        <p:nvCxnSpPr>
          <p:cNvPr id="8" name="Straight Connector 7">
            <a:extLst>
              <a:ext uri="{FF2B5EF4-FFF2-40B4-BE49-F238E27FC236}">
                <a16:creationId xmlns:a16="http://schemas.microsoft.com/office/drawing/2014/main" id="{6A889F67-0B6B-A4B3-54DF-0A8015E5486C}"/>
              </a:ext>
            </a:extLst>
          </p:cNvPr>
          <p:cNvCxnSpPr>
            <a:cxnSpLocks/>
          </p:cNvCxnSpPr>
          <p:nvPr/>
        </p:nvCxnSpPr>
        <p:spPr>
          <a:xfrm flipV="1">
            <a:off x="7083125" y="1192305"/>
            <a:ext cx="0" cy="4711453"/>
          </a:xfrm>
          <a:prstGeom prst="line">
            <a:avLst/>
          </a:prstGeom>
          <a:ln w="6350">
            <a:solidFill>
              <a:schemeClr val="tx1">
                <a:lumMod val="6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6500832"/>
      </p:ext>
    </p:extLst>
  </p:cSld>
  <p:clrMapOvr>
    <a:masterClrMapping/>
  </p:clrMapOvr>
</p:sldLayout>
</file>

<file path=ppt/slideLayouts/slideLayout_80000037_66833900.xml><?xml version="1.0" encoding="utf-8"?>
<p:sldLayout xmlns:a="http://schemas.openxmlformats.org/drawingml/2006/main" xmlns:r="http://schemas.openxmlformats.org/officeDocument/2006/relationships" xmlns:p="http://schemas.openxmlformats.org/presentationml/2006/main" showMasterSp="0" preserve="1" userDrawn="1">
  <p:cSld name="Number Large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6789B03-A237-8E25-DB32-95E92EBCC3A2}"/>
              </a:ext>
            </a:extLst>
          </p:cNvPr>
          <p:cNvSpPr/>
          <p:nvPr/>
        </p:nvSpPr>
        <p:spPr>
          <a:xfrm rot="10800000" flipH="1" flipV="1">
            <a:off x="1175658" y="0"/>
            <a:ext cx="11016342" cy="6858000"/>
          </a:xfrm>
          <a:prstGeom prst="rect">
            <a:avLst/>
          </a:prstGeom>
          <a:gradFill flip="none" rotWithShape="1">
            <a:gsLst>
              <a:gs pos="61500">
                <a:schemeClr val="accent1">
                  <a:alpha val="50000"/>
                </a:schemeClr>
              </a:gs>
              <a:gs pos="40000">
                <a:schemeClr val="accent5">
                  <a:alpha val="50000"/>
                </a:schemeClr>
              </a:gs>
              <a:gs pos="6000">
                <a:schemeClr val="bg2"/>
              </a:gs>
              <a:gs pos="94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7B651B9B-74D4-3A3F-E369-214B13D8B83C}"/>
              </a:ext>
            </a:extLst>
          </p:cNvPr>
          <p:cNvSpPr/>
          <p:nvPr/>
        </p:nvSpPr>
        <p:spPr>
          <a:xfrm rot="16200000" flipV="1">
            <a:off x="6267450" y="933451"/>
            <a:ext cx="6858000" cy="4991099"/>
          </a:xfrm>
          <a:prstGeom prst="rect">
            <a:avLst/>
          </a:prstGeom>
          <a:gradFill>
            <a:gsLst>
              <a:gs pos="3000">
                <a:schemeClr val="accent6">
                  <a:lumMod val="75000"/>
                </a:schemeClr>
              </a:gs>
              <a:gs pos="65000">
                <a:schemeClr val="accent4">
                  <a:lumMod val="50000"/>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Rectangle 2">
            <a:extLst>
              <a:ext uri="{FF2B5EF4-FFF2-40B4-BE49-F238E27FC236}">
                <a16:creationId xmlns:a16="http://schemas.microsoft.com/office/drawing/2014/main" id="{81D28BDD-509C-1D92-D003-9C8B1DAEC620}"/>
              </a:ext>
            </a:extLst>
          </p:cNvPr>
          <p:cNvSpPr/>
          <p:nvPr/>
        </p:nvSpPr>
        <p:spPr>
          <a:xfrm flipH="1" flipV="1">
            <a:off x="2764971" y="4219356"/>
            <a:ext cx="9427029" cy="2638644"/>
          </a:xfrm>
          <a:prstGeom prst="rect">
            <a:avLst/>
          </a:prstGeom>
          <a:gradFill flip="none" rotWithShape="1">
            <a:gsLst>
              <a:gs pos="0">
                <a:schemeClr val="accent3"/>
              </a:gs>
              <a:gs pos="52000">
                <a:schemeClr val="bg2">
                  <a:alpha val="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826BBCE4-74E2-A371-85F6-5E780BA94CAA}"/>
              </a:ext>
            </a:extLst>
          </p:cNvPr>
          <p:cNvSpPr/>
          <p:nvPr/>
        </p:nvSpPr>
        <p:spPr>
          <a:xfrm flipV="1">
            <a:off x="1524" y="1858018"/>
            <a:ext cx="12188952" cy="4999982"/>
          </a:xfrm>
          <a:prstGeom prst="rect">
            <a:avLst/>
          </a:prstGeom>
          <a:gradFill>
            <a:gsLst>
              <a:gs pos="28000">
                <a:schemeClr val="bg2"/>
              </a:gs>
              <a:gs pos="56000">
                <a:schemeClr val="bg2">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 name="Straight Connector 3">
            <a:extLst>
              <a:ext uri="{FF2B5EF4-FFF2-40B4-BE49-F238E27FC236}">
                <a16:creationId xmlns:a16="http://schemas.microsoft.com/office/drawing/2014/main" id="{6E400EE4-4D39-7F3B-C68E-A9F042877A92}"/>
              </a:ext>
            </a:extLst>
          </p:cNvPr>
          <p:cNvCxnSpPr>
            <a:cxnSpLocks/>
          </p:cNvCxnSpPr>
          <p:nvPr/>
        </p:nvCxnSpPr>
        <p:spPr>
          <a:xfrm flipH="1">
            <a:off x="394716" y="486815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9" name="Title 10">
            <a:extLst>
              <a:ext uri="{FF2B5EF4-FFF2-40B4-BE49-F238E27FC236}">
                <a16:creationId xmlns:a16="http://schemas.microsoft.com/office/drawing/2014/main" id="{2548AAB2-8D73-965E-CC0B-7865E812CACE}"/>
              </a:ext>
            </a:extLst>
          </p:cNvPr>
          <p:cNvSpPr>
            <a:spLocks noGrp="1"/>
          </p:cNvSpPr>
          <p:nvPr>
            <p:ph type="title"/>
          </p:nvPr>
        </p:nvSpPr>
        <p:spPr>
          <a:xfrm>
            <a:off x="6477001" y="5056104"/>
            <a:ext cx="5320284" cy="1322290"/>
          </a:xfrm>
        </p:spPr>
        <p:txBody>
          <a:bodyPr anchor="t"/>
          <a:lstStyle>
            <a:lvl1pPr algn="r">
              <a:lnSpc>
                <a:spcPct val="120000"/>
              </a:lnSpc>
              <a:spcBef>
                <a:spcPts val="1000"/>
              </a:spcBef>
              <a:defRPr sz="2000">
                <a:latin typeface="+mn-lt"/>
              </a:defRPr>
            </a:lvl1pPr>
          </a:lstStyle>
          <a:p>
            <a:r>
              <a:rPr lang="en-US"/>
              <a:t>Click to edit Master title style</a:t>
            </a:r>
          </a:p>
        </p:txBody>
      </p:sp>
      <p:sp>
        <p:nvSpPr>
          <p:cNvPr id="14" name="Date Placeholder 13">
            <a:extLst>
              <a:ext uri="{FF2B5EF4-FFF2-40B4-BE49-F238E27FC236}">
                <a16:creationId xmlns:a16="http://schemas.microsoft.com/office/drawing/2014/main" id="{459F1889-15CA-49B5-957D-AFEE32125C96}"/>
              </a:ext>
            </a:extLst>
          </p:cNvPr>
          <p:cNvSpPr>
            <a:spLocks noGrp="1"/>
          </p:cNvSpPr>
          <p:nvPr>
            <p:ph type="dt" sz="half" idx="14"/>
          </p:nvPr>
        </p:nvSpPr>
        <p:spPr/>
        <p:txBody>
          <a:bodyPr/>
          <a:lstStyle/>
          <a:p>
            <a:fld id="{7DA2CEDE-2AB4-4FB8-9551-E0AA4222B1A3}" type="datetime1">
              <a:rPr lang="en-US" smtClean="0"/>
              <a:t/>
            </a:fld>
            <a:endParaRPr lang="en-US"/>
          </a:p>
        </p:txBody>
      </p:sp>
      <p:sp>
        <p:nvSpPr>
          <p:cNvPr id="15" name="Footer Placeholder 14">
            <a:extLst>
              <a:ext uri="{FF2B5EF4-FFF2-40B4-BE49-F238E27FC236}">
                <a16:creationId xmlns:a16="http://schemas.microsoft.com/office/drawing/2014/main" id="{08B8EC79-A8CC-7A55-D80D-9F557250E751}"/>
              </a:ext>
            </a:extLst>
          </p:cNvPr>
          <p:cNvSpPr>
            <a:spLocks noGrp="1"/>
          </p:cNvSpPr>
          <p:nvPr>
            <p:ph type="ftr" sz="quarter" idx="15"/>
          </p:nvPr>
        </p:nvSpPr>
        <p:spPr/>
        <p:txBody>
          <a:bodyPr/>
          <a:lstStyle/>
          <a:p>
            <a:r>
              <a:rPr lang="en-US"/>
              <a:t>Sample Footer Text</a:t>
            </a:r>
          </a:p>
        </p:txBody>
      </p:sp>
      <p:sp>
        <p:nvSpPr>
          <p:cNvPr id="16" name="Slide Number Placeholder 15">
            <a:extLst>
              <a:ext uri="{FF2B5EF4-FFF2-40B4-BE49-F238E27FC236}">
                <a16:creationId xmlns:a16="http://schemas.microsoft.com/office/drawing/2014/main" id="{20317C40-C1F7-2A61-6EFC-9DBC5587444B}"/>
              </a:ext>
            </a:extLst>
          </p:cNvPr>
          <p:cNvSpPr>
            <a:spLocks noGrp="1"/>
          </p:cNvSpPr>
          <p:nvPr>
            <p:ph type="sldNum" sz="quarter" idx="16"/>
          </p:nvPr>
        </p:nvSpPr>
        <p:spPr/>
        <p:txBody>
          <a:bodyPr/>
          <a:lstStyle/>
          <a:p>
            <a:fld id="{5E0677F5-4A8A-4BF1-96BE-3BAE8FBAFE2E}" type="slidenum">
              <a:rPr lang="en-US" smtClean="0"/>
              <a:pPr/>
              <a:t/>
            </a:fld>
            <a:endParaRPr lang="en-US"/>
          </a:p>
        </p:txBody>
      </p:sp>
      <p:sp>
        <p:nvSpPr>
          <p:cNvPr id="8" name="Content Placeholder 9">
            <a:extLst>
              <a:ext uri="{FF2B5EF4-FFF2-40B4-BE49-F238E27FC236}">
                <a16:creationId xmlns:a16="http://schemas.microsoft.com/office/drawing/2014/main" id="{D9D57452-6086-AD7E-BB02-6CEEDA958256}"/>
              </a:ext>
            </a:extLst>
          </p:cNvPr>
          <p:cNvSpPr>
            <a:spLocks noGrp="1"/>
          </p:cNvSpPr>
          <p:nvPr>
            <p:ph sz="quarter" idx="17" hasCustomPrompt="1"/>
          </p:nvPr>
        </p:nvSpPr>
        <p:spPr>
          <a:xfrm>
            <a:off x="274638" y="965289"/>
            <a:ext cx="11087974" cy="3423256"/>
          </a:xfrm>
        </p:spPr>
        <p:txBody>
          <a:bodyPr anchor="t"/>
          <a:lstStyle>
            <a:lvl1pPr>
              <a:lnSpc>
                <a:spcPct val="85000"/>
              </a:lnSpc>
              <a:defRPr sz="24400">
                <a:solidFill>
                  <a:schemeClr val="tx1"/>
                </a:solidFill>
                <a:latin typeface="+mj-lt"/>
              </a:defRPr>
            </a:lvl1pPr>
          </a:lstStyle>
          <a:p>
            <a:pPr lvl="0"/>
            <a:r>
              <a:rPr lang="en-US"/>
              <a:t>##%</a:t>
            </a:r>
          </a:p>
        </p:txBody>
      </p:sp>
    </p:spTree>
    <p:extLst>
      <p:ext uri="{BB962C8B-B14F-4D97-AF65-F5344CB8AC3E}">
        <p14:creationId xmlns:p14="http://schemas.microsoft.com/office/powerpoint/2010/main" val="1719875840"/>
      </p:ext>
    </p:extLst>
  </p:cSld>
  <p:clrMapOvr>
    <a:masterClrMapping/>
  </p:clrMapOvr>
</p:sldLayout>
</file>

<file path=ppt/slideLayouts/slideLayout_80000038_1850EE56.xml><?xml version="1.0" encoding="utf-8"?>
<p:sldLayout xmlns:a="http://schemas.openxmlformats.org/drawingml/2006/main" xmlns:r="http://schemas.openxmlformats.org/officeDocument/2006/relationships" xmlns:p="http://schemas.openxmlformats.org/presentationml/2006/main" showMasterSp="0" preserve="1" userDrawn="1">
  <p:cSld name="Number Large 4">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1D28BDD-509C-1D92-D003-9C8B1DAEC620}"/>
              </a:ext>
            </a:extLst>
          </p:cNvPr>
          <p:cNvSpPr/>
          <p:nvPr/>
        </p:nvSpPr>
        <p:spPr>
          <a:xfrm flipH="1" flipV="1">
            <a:off x="-1" y="2200164"/>
            <a:ext cx="12192000" cy="4657836"/>
          </a:xfrm>
          <a:prstGeom prst="rect">
            <a:avLst/>
          </a:prstGeom>
          <a:gradFill>
            <a:gsLst>
              <a:gs pos="0">
                <a:schemeClr val="accent2"/>
              </a:gs>
              <a:gs pos="47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6789B03-A237-8E25-DB32-95E92EBCC3A2}"/>
              </a:ext>
            </a:extLst>
          </p:cNvPr>
          <p:cNvSpPr/>
          <p:nvPr/>
        </p:nvSpPr>
        <p:spPr>
          <a:xfrm rot="10800000" flipH="1" flipV="1">
            <a:off x="5325644" y="726090"/>
            <a:ext cx="6866356" cy="6131909"/>
          </a:xfrm>
          <a:prstGeom prst="rect">
            <a:avLst/>
          </a:prstGeom>
          <a:gradFill flip="none" rotWithShape="1">
            <a:gsLst>
              <a:gs pos="20000">
                <a:schemeClr val="accent3">
                  <a:lumMod val="60000"/>
                  <a:lumOff val="40000"/>
                  <a:alpha val="67000"/>
                </a:schemeClr>
              </a:gs>
              <a:gs pos="5000">
                <a:schemeClr val="tx2">
                  <a:alpha val="94000"/>
                </a:schemeClr>
              </a:gs>
              <a:gs pos="70000">
                <a:schemeClr val="bg2">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7B651B9B-74D4-3A3F-E369-214B13D8B83C}"/>
              </a:ext>
            </a:extLst>
          </p:cNvPr>
          <p:cNvSpPr/>
          <p:nvPr/>
        </p:nvSpPr>
        <p:spPr>
          <a:xfrm rot="16200000" flipV="1">
            <a:off x="6683189" y="1349189"/>
            <a:ext cx="6858000" cy="4159622"/>
          </a:xfrm>
          <a:prstGeom prst="rect">
            <a:avLst/>
          </a:prstGeom>
          <a:gradFill>
            <a:gsLst>
              <a:gs pos="0">
                <a:schemeClr val="accent1">
                  <a:lumMod val="75000"/>
                </a:schemeClr>
              </a:gs>
              <a:gs pos="63000">
                <a:schemeClr val="bg2">
                  <a:alpha val="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4" name="Straight Connector 3">
            <a:extLst>
              <a:ext uri="{FF2B5EF4-FFF2-40B4-BE49-F238E27FC236}">
                <a16:creationId xmlns:a16="http://schemas.microsoft.com/office/drawing/2014/main" id="{6E400EE4-4D39-7F3B-C68E-A9F042877A92}"/>
              </a:ext>
            </a:extLst>
          </p:cNvPr>
          <p:cNvCxnSpPr>
            <a:cxnSpLocks/>
          </p:cNvCxnSpPr>
          <p:nvPr/>
        </p:nvCxnSpPr>
        <p:spPr>
          <a:xfrm flipH="1">
            <a:off x="394716" y="487636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8" name="Title 10">
            <a:extLst>
              <a:ext uri="{FF2B5EF4-FFF2-40B4-BE49-F238E27FC236}">
                <a16:creationId xmlns:a16="http://schemas.microsoft.com/office/drawing/2014/main" id="{6E27F960-EB1F-031C-F95C-2380BB06B5E8}"/>
              </a:ext>
            </a:extLst>
          </p:cNvPr>
          <p:cNvSpPr>
            <a:spLocks noGrp="1"/>
          </p:cNvSpPr>
          <p:nvPr>
            <p:ph type="title"/>
          </p:nvPr>
        </p:nvSpPr>
        <p:spPr>
          <a:xfrm>
            <a:off x="1885949" y="5125006"/>
            <a:ext cx="8420100" cy="728222"/>
          </a:xfrm>
        </p:spPr>
        <p:txBody>
          <a:bodyPr anchor="ctr"/>
          <a:lstStyle>
            <a:lvl1pPr algn="ctr">
              <a:lnSpc>
                <a:spcPct val="120000"/>
              </a:lnSpc>
              <a:spcBef>
                <a:spcPts val="1000"/>
              </a:spcBef>
              <a:defRPr sz="2000">
                <a:latin typeface="+mn-lt"/>
              </a:defRPr>
            </a:lvl1pPr>
          </a:lstStyle>
          <a:p>
            <a:r>
              <a:rPr lang="en-US"/>
              <a:t>Click to edit Master title style</a:t>
            </a:r>
          </a:p>
        </p:txBody>
      </p:sp>
      <p:sp>
        <p:nvSpPr>
          <p:cNvPr id="6" name="Content Placeholder 9">
            <a:extLst>
              <a:ext uri="{FF2B5EF4-FFF2-40B4-BE49-F238E27FC236}">
                <a16:creationId xmlns:a16="http://schemas.microsoft.com/office/drawing/2014/main" id="{A34236BC-4366-0C69-F209-C904D38401F8}"/>
              </a:ext>
            </a:extLst>
          </p:cNvPr>
          <p:cNvSpPr>
            <a:spLocks noGrp="1"/>
          </p:cNvSpPr>
          <p:nvPr>
            <p:ph sz="quarter" idx="17" hasCustomPrompt="1"/>
          </p:nvPr>
        </p:nvSpPr>
        <p:spPr>
          <a:xfrm>
            <a:off x="723900" y="726090"/>
            <a:ext cx="10744200" cy="3860382"/>
          </a:xfrm>
        </p:spPr>
        <p:txBody>
          <a:bodyPr anchor="b"/>
          <a:lstStyle>
            <a:lvl1pPr algn="ctr">
              <a:lnSpc>
                <a:spcPct val="85000"/>
              </a:lnSpc>
              <a:defRPr sz="25500">
                <a:solidFill>
                  <a:schemeClr val="tx1"/>
                </a:solidFill>
                <a:latin typeface="+mj-lt"/>
              </a:defRPr>
            </a:lvl1pPr>
          </a:lstStyle>
          <a:p>
            <a:pPr lvl="0"/>
            <a:r>
              <a:rPr lang="en-US"/>
              <a:t>##%</a:t>
            </a:r>
          </a:p>
        </p:txBody>
      </p:sp>
      <p:cxnSp>
        <p:nvCxnSpPr>
          <p:cNvPr id="14" name="Straight Connector 13">
            <a:extLst>
              <a:ext uri="{FF2B5EF4-FFF2-40B4-BE49-F238E27FC236}">
                <a16:creationId xmlns:a16="http://schemas.microsoft.com/office/drawing/2014/main" id="{417591FD-2E75-A22D-FBA7-02D7E815F645}"/>
              </a:ext>
            </a:extLst>
          </p:cNvPr>
          <p:cNvCxnSpPr>
            <a:cxnSpLocks/>
          </p:cNvCxnSpPr>
          <p:nvPr/>
        </p:nvCxnSpPr>
        <p:spPr>
          <a:xfrm flipH="1">
            <a:off x="394716" y="6091872"/>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15" name="Date Placeholder 14">
            <a:extLst>
              <a:ext uri="{FF2B5EF4-FFF2-40B4-BE49-F238E27FC236}">
                <a16:creationId xmlns:a16="http://schemas.microsoft.com/office/drawing/2014/main" id="{38FB55F3-AB08-16DF-AAC9-DD747B27C4E2}"/>
              </a:ext>
            </a:extLst>
          </p:cNvPr>
          <p:cNvSpPr>
            <a:spLocks noGrp="1"/>
          </p:cNvSpPr>
          <p:nvPr>
            <p:ph type="dt" sz="half" idx="14"/>
          </p:nvPr>
        </p:nvSpPr>
        <p:spPr>
          <a:xfrm>
            <a:off x="301752" y="6286290"/>
            <a:ext cx="1759288" cy="365760"/>
          </a:xfrm>
        </p:spPr>
        <p:txBody>
          <a:bodyPr/>
          <a:lstStyle/>
          <a:p>
            <a:fld id="{7DA2CEDE-2AB4-4FB8-9551-E0AA4222B1A3}" type="datetime1">
              <a:rPr lang="en-US" smtClean="0"/>
              <a:t/>
            </a:fld>
            <a:endParaRPr lang="en-US"/>
          </a:p>
        </p:txBody>
      </p:sp>
      <p:sp>
        <p:nvSpPr>
          <p:cNvPr id="16" name="Footer Placeholder 15">
            <a:extLst>
              <a:ext uri="{FF2B5EF4-FFF2-40B4-BE49-F238E27FC236}">
                <a16:creationId xmlns:a16="http://schemas.microsoft.com/office/drawing/2014/main" id="{E16155A7-4EE1-631B-DE09-AD84BEA5F71F}"/>
              </a:ext>
            </a:extLst>
          </p:cNvPr>
          <p:cNvSpPr>
            <a:spLocks noGrp="1"/>
          </p:cNvSpPr>
          <p:nvPr>
            <p:ph type="ftr" sz="quarter" idx="15"/>
          </p:nvPr>
        </p:nvSpPr>
        <p:spPr>
          <a:xfrm>
            <a:off x="7622485" y="6286290"/>
            <a:ext cx="2509284" cy="365760"/>
          </a:xfrm>
        </p:spPr>
        <p:txBody>
          <a:bodyPr/>
          <a:lstStyle/>
          <a:p>
            <a:r>
              <a:rPr lang="en-US"/>
              <a:t>Sample Footer Text</a:t>
            </a:r>
          </a:p>
        </p:txBody>
      </p:sp>
      <p:sp>
        <p:nvSpPr>
          <p:cNvPr id="17" name="Slide Number Placeholder 16">
            <a:extLst>
              <a:ext uri="{FF2B5EF4-FFF2-40B4-BE49-F238E27FC236}">
                <a16:creationId xmlns:a16="http://schemas.microsoft.com/office/drawing/2014/main" id="{5711E54C-F006-9166-CC7B-F217541169AB}"/>
              </a:ext>
            </a:extLst>
          </p:cNvPr>
          <p:cNvSpPr>
            <a:spLocks noGrp="1"/>
          </p:cNvSpPr>
          <p:nvPr>
            <p:ph type="sldNum" sz="quarter" idx="16"/>
          </p:nvPr>
        </p:nvSpPr>
        <p:spPr>
          <a:xfrm>
            <a:off x="11300323" y="6286290"/>
            <a:ext cx="605475" cy="365760"/>
          </a:xfrm>
        </p:spPr>
        <p:txBody>
          <a:bodyPr/>
          <a:lstStyle/>
          <a:p>
            <a:fld id="{5E0677F5-4A8A-4BF1-96BE-3BAE8FBAFE2E}" type="slidenum">
              <a:rPr lang="en-US" smtClean="0"/>
              <a:pPr/>
              <a:t/>
            </a:fld>
            <a:endParaRPr lang="en-US"/>
          </a:p>
        </p:txBody>
      </p:sp>
    </p:spTree>
    <p:extLst>
      <p:ext uri="{BB962C8B-B14F-4D97-AF65-F5344CB8AC3E}">
        <p14:creationId xmlns:p14="http://schemas.microsoft.com/office/powerpoint/2010/main" val="407957078"/>
      </p:ext>
    </p:extLst>
  </p:cSld>
  <p:clrMapOvr>
    <a:masterClrMapping/>
  </p:clrMapOvr>
</p:sldLayout>
</file>

<file path=ppt/slideLayouts/slideLayout_80000039_ABD4AA85.xml><?xml version="1.0" encoding="utf-8"?>
<p:sldLayout xmlns:a="http://schemas.openxmlformats.org/drawingml/2006/main" xmlns:r="http://schemas.openxmlformats.org/officeDocument/2006/relationships" xmlns:p="http://schemas.openxmlformats.org/presentationml/2006/main" showMasterSp="0" preserve="1" userDrawn="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02E0CC3F-E257-4F6E-9E6A-B96D887699EC}" type="datetime1">
              <a:rPr lang="en-US" smtClean="0"/>
              <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2841221"/>
      </p:ext>
    </p:extLst>
  </p:cSld>
  <p:clrMapOvr>
    <a:masterClrMapping/>
  </p:clrMapOvr>
</p:sldLayout>
</file>

<file path=ppt/slideLayouts/slideLayout_80000040_6578C611.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1B1491A9-BF26-4517-AB22-6183D453A902}" type="datetime1">
              <a:rPr lang="en-US" smtClean="0"/>
              <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E0677F5-4A8A-4BF1-96BE-3BAE8FBAFE2E}" type="slidenum">
              <a:rPr lang="en-US" smtClean="0"/>
              <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2413841"/>
      </p:ext>
    </p:extLst>
  </p:cSld>
  <p:clrMapOvr>
    <a:masterClrMapping/>
  </p:clrMapOvr>
</p:sldLayout>
</file>

<file path=ppt/slideLayouts/slideLayout_80000041_973D346D.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5024DF-23AF-419A-978A-28215FBF1E37}" type="datetime1">
              <a:rPr lang="en-US" smtClean="0"/>
              <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smtClean="0"/>
              <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7370733"/>
      </p:ext>
    </p:extLst>
  </p:cSld>
  <p:clrMapOvr>
    <a:masterClrMapping/>
  </p:clrMapOvr>
</p:sldLayout>
</file>

<file path=ppt/slideLayouts/slideLayout_80000042_3CA6A59.xml><?xml version="1.0" encoding="utf-8"?>
<p:sldLayout xmlns:a="http://schemas.openxmlformats.org/drawingml/2006/main" xmlns:r="http://schemas.openxmlformats.org/officeDocument/2006/relationships" xmlns:p="http://schemas.openxmlformats.org/presentationml/2006/main" showMasterSp="0" preserve="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983230"/>
            <a:ext cx="9830017" cy="877376"/>
          </a:xfrm>
        </p:spPr>
        <p:txBody>
          <a:bodyPr anchor="t">
            <a:normAutofit/>
          </a:bodyPr>
          <a:lstStyle>
            <a:lvl1pPr>
              <a:defRPr sz="50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9CF24436-170D-487D-ADBB-C24D74D1C150}" type="datetime1">
              <a:rPr lang="en-US" smtClean="0"/>
              <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E0677F5-4A8A-4BF1-96BE-3BAE8FBAFE2E}" type="slidenum">
              <a:rPr lang="en-US" smtClean="0"/>
              <a:t/>
            </a:fld>
            <a:endParaRPr lang="en-US"/>
          </a:p>
        </p:txBody>
      </p:sp>
      <p:sp>
        <p:nvSpPr>
          <p:cNvPr id="4" name="Rectangle 3">
            <a:extLst>
              <a:ext uri="{FF2B5EF4-FFF2-40B4-BE49-F238E27FC236}">
                <a16:creationId xmlns:a16="http://schemas.microsoft.com/office/drawing/2014/main" id="{D69261CB-4EFB-BCD1-842F-3895D3F35D6A}"/>
              </a:ext>
            </a:extLst>
          </p:cNvPr>
          <p:cNvSpPr/>
          <p:nvPr/>
        </p:nvSpPr>
        <p:spPr>
          <a:xfrm rot="10800000">
            <a:off x="0" y="2221515"/>
            <a:ext cx="12192000" cy="1825033"/>
          </a:xfrm>
          <a:prstGeom prst="rect">
            <a:avLst/>
          </a:prstGeom>
          <a:gradFill>
            <a:gsLst>
              <a:gs pos="63000">
                <a:schemeClr val="bg2">
                  <a:alpha val="0"/>
                </a:schemeClr>
              </a:gs>
              <a:gs pos="100000">
                <a:schemeClr val="accent1"/>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11813EA-BFDF-185B-80F0-B1786A1A10E5}"/>
              </a:ext>
            </a:extLst>
          </p:cNvPr>
          <p:cNvSpPr/>
          <p:nvPr/>
        </p:nvSpPr>
        <p:spPr>
          <a:xfrm rot="16200000" flipH="1">
            <a:off x="7850483" y="-294964"/>
            <a:ext cx="1825034" cy="6858000"/>
          </a:xfrm>
          <a:prstGeom prst="rect">
            <a:avLst/>
          </a:prstGeom>
          <a:gradFill>
            <a:gsLst>
              <a:gs pos="56000">
                <a:schemeClr val="bg1">
                  <a:alpha val="0"/>
                </a:schemeClr>
              </a:gs>
              <a:gs pos="100000">
                <a:schemeClr val="accent3"/>
              </a:gs>
            </a:gsLst>
            <a:lin ang="9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241964" y="3429000"/>
            <a:ext cx="8226135" cy="2434712"/>
          </a:xfrm>
        </p:spPr>
        <p:txBody>
          <a:bodyPr vert="horz" lIns="91440" tIns="45720" rIns="91440" bIns="45720" rtlCol="0">
            <a:normAutofit/>
          </a:bodyPr>
          <a:lstStyle>
            <a:lvl1pPr marL="0" indent="0">
              <a:buNone/>
              <a:defRPr lang="en-US" sz="1600" dirty="0"/>
            </a:lvl1pPr>
            <a:lvl2pPr marL="228600" indent="0">
              <a:buNone/>
              <a:defRPr lang="en-US" sz="1200" dirty="0"/>
            </a:lvl2pPr>
            <a:lvl3pPr marL="457200" indent="0">
              <a:buNone/>
              <a:defRPr lang="en-US" sz="1100" dirty="0"/>
            </a:lvl3pPr>
            <a:lvl4pPr marL="685800" indent="0">
              <a:buNone/>
              <a:defRPr lang="en-US" sz="1050" dirty="0"/>
            </a:lvl4pPr>
            <a:lvl5pPr marL="914400" indent="0">
              <a:buNone/>
              <a:defRPr lang="en-US" sz="10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3597145"/>
      </p:ext>
    </p:extLst>
  </p:cSld>
  <p:clrMapOvr>
    <a:masterClrMapping/>
  </p:clrMapOvr>
</p:sldLayout>
</file>

<file path=ppt/slideLayouts/slideLayout_80000043_E63DCD27.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7B01CFC0-D171-4F9D-A610-2F47C1080058}" type="datetime1">
              <a:rPr lang="en-US" smtClean="0"/>
              <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r>
              <a:rPr lang="en-US"/>
              <a:t>Sample Footer Text</a:t>
            </a:r>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E0677F5-4A8A-4BF1-96BE-3BAE8FBAFE2E}" type="slidenum">
              <a:rPr lang="en-US" smtClean="0"/>
              <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2809895"/>
      </p:ext>
    </p:extLst>
  </p:cSld>
  <p:clrMapOvr>
    <a:masterClrMapping/>
  </p:clrMapOvr>
</p:sldLayout>
</file>

<file path=ppt/slideLayouts/slideLayout_80000044_1E9CD55C.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7DA2CEDE-2AB4-4FB8-9551-E0AA4222B1A3}" type="datetime1">
              <a:rPr lang="en-US" smtClean="0"/>
              <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r>
              <a:rPr lang="en-US"/>
              <a:t>Sample Footer Text</a:t>
            </a:r>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5E0677F5-4A8A-4BF1-96BE-3BAE8FBAFE2E}" type="slidenum">
              <a:rPr lang="en-US" smtClean="0"/>
              <a:pPr/>
              <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userDrawn="1"/>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3594716"/>
      </p:ext>
    </p:extLst>
  </p:cSld>
  <p:clrMapOvr>
    <a:masterClrMapping/>
  </p:clrMapOvr>
</p:sldLayout>
</file>

<file path=ppt/slideLayouts/slideLayout_80000045_164EDCBD.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6C42483-B3E3-4399-B6B2-4B1D067F8CE5}" type="datetime1">
              <a:rPr lang="en-US" smtClean="0"/>
              <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E0677F5-4A8A-4BF1-96BE-3BAE8FBAFE2E}" type="slidenum">
              <a:rPr lang="en-US" smtClean="0"/>
              <a:t/>
            </a:fld>
            <a:endParaRPr lang="en-US"/>
          </a:p>
        </p:txBody>
      </p:sp>
    </p:spTree>
    <p:extLst>
      <p:ext uri="{BB962C8B-B14F-4D97-AF65-F5344CB8AC3E}">
        <p14:creationId xmlns:p14="http://schemas.microsoft.com/office/powerpoint/2010/main" val="374267069"/>
      </p:ext>
    </p:extLst>
  </p:cSld>
  <p:clrMapOvr>
    <a:masterClrMapping/>
  </p:clrMapOvr>
</p:sldLayout>
</file>

<file path=ppt/slideLayouts/slideLayout_80000046_8A944EDB.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A36574F-2CAD-411B-9EF3-12D0DF2C09EB}" type="datetime1">
              <a:rPr lang="en-US" smtClean="0"/>
              <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E0677F5-4A8A-4BF1-96BE-3BAE8FBAFE2E}" type="slidenum">
              <a:rPr lang="en-US" smtClean="0"/>
              <a:t/>
            </a:fld>
            <a:endParaRPr lang="en-US"/>
          </a:p>
        </p:txBody>
      </p:sp>
    </p:spTree>
    <p:extLst>
      <p:ext uri="{BB962C8B-B14F-4D97-AF65-F5344CB8AC3E}">
        <p14:creationId xmlns:p14="http://schemas.microsoft.com/office/powerpoint/2010/main" val="2324975323"/>
      </p:ext>
    </p:extLst>
  </p:cSld>
  <p:clrMapOvr>
    <a:masterClrMapping/>
  </p:clrMapOvr>
</p:sldLayout>
</file>

<file path=ppt/slideLayouts/slideLayout_80000047_3C7AB50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301752" y="1124712"/>
            <a:ext cx="3543299" cy="1627415"/>
          </a:xfrm>
        </p:spPr>
        <p:txBody>
          <a:bodyPr anchor="t">
            <a:normAutofit/>
          </a:bodyPr>
          <a:lstStyle>
            <a:lvl1pPr>
              <a:defRPr sz="32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5B5223AD-184F-4273-AC4F-854D3B259B85}" type="datetime1">
              <a:rPr lang="en-US" smtClean="0"/>
              <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5212080" y="210114"/>
            <a:ext cx="2509284" cy="365760"/>
          </a:xfr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E0677F5-4A8A-4BF1-96BE-3BAE8FBAFE2E}" type="slidenum">
              <a:rPr lang="en-US" smtClean="0"/>
              <a:t/>
            </a:fld>
            <a:endParaRPr lang="en-US"/>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301752" y="2857605"/>
            <a:ext cx="3543299" cy="3534229"/>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12080" y="1124712"/>
            <a:ext cx="6309360" cy="5219700"/>
          </a:xfrm>
        </p:spPr>
        <p:txBody>
          <a:bodyPr>
            <a:normAutofit/>
          </a:bodyPr>
          <a:lstStyle>
            <a:lvl1pPr>
              <a:defRPr sz="1800"/>
            </a:lvl1pPr>
            <a:lvl2pPr>
              <a:defRPr sz="1600"/>
            </a:lvl2pPr>
            <a:lvl3pPr>
              <a:defRPr sz="1400"/>
            </a:lvl3pPr>
            <a:lvl4pPr>
              <a:defRPr sz="1200"/>
            </a:lvl4pPr>
            <a:lvl5pPr>
              <a:defRPr sz="12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91C6F58E-0CCE-AAF7-6F0A-E0B0FFF62A10}"/>
              </a:ext>
            </a:extLst>
          </p:cNvPr>
          <p:cNvSpPr/>
          <p:nvPr/>
        </p:nvSpPr>
        <p:spPr>
          <a:xfrm>
            <a:off x="-3" y="5655733"/>
            <a:ext cx="12191999" cy="1202267"/>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4674693"/>
      </p:ext>
    </p:extLst>
  </p:cSld>
  <p:clrMapOvr>
    <a:masterClrMapping/>
  </p:clrMapOvr>
</p:sldLayout>
</file>

<file path=ppt/slideLayouts/slideLayout_80000048_1479DCBE.xml><?xml version="1.0" encoding="utf-8"?>
<p:sldLayout xmlns:a="http://schemas.openxmlformats.org/drawingml/2006/main" xmlns:r="http://schemas.openxmlformats.org/officeDocument/2006/relationships" xmlns:p="http://schemas.openxmlformats.org/presentationml/2006/main" showMasterSp="0"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301752" y="1124712"/>
            <a:ext cx="3546235" cy="1533073"/>
          </a:xfrm>
        </p:spPr>
        <p:txBody>
          <a:bodyPr anchor="t">
            <a:normAutofit/>
          </a:bodyPr>
          <a:lstStyle>
            <a:lvl1pPr>
              <a:defRPr sz="3200"/>
            </a:lvl1pPr>
          </a:lstStyle>
          <a:p>
            <a:r>
              <a:rPr lang="en-US"/>
              <a:t>Click to edit Master title style</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907E4E07-E412-47A0-AB1E-CAAABECD1A31}" type="datetime1">
              <a:rPr lang="en-US" smtClean="0"/>
              <a:t/>
            </a:fld>
            <a:endParaRPr lang="en-US"/>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a:xfrm>
            <a:off x="5212080" y="210114"/>
            <a:ext cx="2509284" cy="365760"/>
          </a:xfrm>
        </p:spPr>
        <p:txBody>
          <a:bodyPr/>
          <a:lstStyle/>
          <a:p>
            <a:r>
              <a:rPr lang="en-US"/>
              <a:t>Sample Footer Text</a:t>
            </a:r>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E0677F5-4A8A-4BF1-96BE-3BAE8FBAFE2E}" type="slidenum">
              <a:rPr lang="en-US" smtClean="0"/>
              <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301752" y="2706914"/>
            <a:ext cx="3236976" cy="3553861"/>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212080" y="1009816"/>
            <a:ext cx="6979920" cy="5856573"/>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343530686"/>
      </p:ext>
    </p:extLst>
  </p:cSld>
  <p:clrMapOvr>
    <a:masterClrMapping/>
  </p:clrMapOvr>
</p:sldLayout>
</file>

<file path=ppt/slideMasters/_rels/slideMaster_80000000_68B7FD92.xml.rels><?xml version="1.0" encoding="UTF-8" standalone="yes"?>
<Relationships xmlns="http://schemas.openxmlformats.org/package/2006/relationships"><Relationship Id="rId13" Type="http://schemas.openxmlformats.org/officeDocument/2006/relationships/slideLayout" Target="../slideLayouts/slideLayout_80000019_B78BAB53.xml"/><Relationship Id="rId18" Type="http://schemas.openxmlformats.org/officeDocument/2006/relationships/slideLayout" Target="../slideLayouts/slideLayout_8000001E_648033C7.xml"/><Relationship Id="rId26" Type="http://schemas.openxmlformats.org/officeDocument/2006/relationships/slideLayout" Target="../slideLayouts/slideLayout_80000026_5E0B93ED.xml"/><Relationship Id="rId39" Type="http://schemas.openxmlformats.org/officeDocument/2006/relationships/slideLayout" Target="../slideLayouts/slideLayout_80000033_4C7EBE3D.xml"/><Relationship Id="rId21" Type="http://schemas.openxmlformats.org/officeDocument/2006/relationships/slideLayout" Target="../slideLayouts/slideLayout_80000021_1E29DFD0.xml"/><Relationship Id="rId34" Type="http://schemas.openxmlformats.org/officeDocument/2006/relationships/slideLayout" Target="../slideLayouts/slideLayout_8000002E_679EC9C7.xml"/><Relationship Id="rId42" Type="http://schemas.openxmlformats.org/officeDocument/2006/relationships/slideLayout" Target="../slideLayouts/slideLayout_80000036_5F28AB60.xml"/><Relationship Id="rId47" Type="http://schemas.openxmlformats.org/officeDocument/2006/relationships/slideLayout" Target="../slideLayouts/slideLayout_8000003B_880E999F.xml"/><Relationship Id="rId50" Type="http://schemas.openxmlformats.org/officeDocument/2006/relationships/slideLayout" Target="../slideLayouts/slideLayout_8000003E_3850D7C2.xml"/><Relationship Id="rId55" Type="http://schemas.openxmlformats.org/officeDocument/2006/relationships/slideLayout" Target="../slideLayouts/slideLayout_80000043_E63DCD27.xml"/><Relationship Id="rId7" Type="http://schemas.openxmlformats.org/officeDocument/2006/relationships/slideLayout" Target="../slideLayouts/slideLayout_80000007_276230F5.xml"/><Relationship Id="rId2" Type="http://schemas.openxmlformats.org/officeDocument/2006/relationships/slideLayout" Target="../slideLayouts/slideLayout_80000002_EC777A53.xml"/><Relationship Id="rId16" Type="http://schemas.openxmlformats.org/officeDocument/2006/relationships/slideLayout" Target="../slideLayouts/slideLayout_8000001C_A8621338.xml"/><Relationship Id="rId29" Type="http://schemas.openxmlformats.org/officeDocument/2006/relationships/slideLayout" Target="../slideLayouts/slideLayout_80000029_CA2BCCC7.xml"/><Relationship Id="rId11" Type="http://schemas.openxmlformats.org/officeDocument/2006/relationships/slideLayout" Target="../slideLayouts/slideLayout_8000000B_4C852C1E.xml"/><Relationship Id="rId24" Type="http://schemas.openxmlformats.org/officeDocument/2006/relationships/slideLayout" Target="../slideLayouts/slideLayout_80000024_7821AAEB.xml"/><Relationship Id="rId32" Type="http://schemas.openxmlformats.org/officeDocument/2006/relationships/slideLayout" Target="../slideLayouts/slideLayout_8000002C_23F65A4B.xml"/><Relationship Id="rId37" Type="http://schemas.openxmlformats.org/officeDocument/2006/relationships/slideLayout" Target="../slideLayouts/slideLayout_80000031_9EE024B2.xml"/><Relationship Id="rId40" Type="http://schemas.openxmlformats.org/officeDocument/2006/relationships/slideLayout" Target="../slideLayouts/slideLayout_80000034_9914E5DA.xml"/><Relationship Id="rId45" Type="http://schemas.openxmlformats.org/officeDocument/2006/relationships/slideLayout" Target="../slideLayouts/slideLayout_80000039_ABD4AA85.xml"/><Relationship Id="rId53" Type="http://schemas.openxmlformats.org/officeDocument/2006/relationships/slideLayout" Target="../slideLayouts/slideLayout_80000041_973D346D.xml"/><Relationship Id="rId58" Type="http://schemas.openxmlformats.org/officeDocument/2006/relationships/slideLayout" Target="../slideLayouts/slideLayout_80000046_8A944EDB.xml"/><Relationship Id="rId5" Type="http://schemas.openxmlformats.org/officeDocument/2006/relationships/slideLayout" Target="../slideLayouts/slideLayout_80000005_9E3D59DC.xml"/><Relationship Id="rId61" Type="http://schemas.openxmlformats.org/officeDocument/2006/relationships/theme" Target="../theme/theme_80000000_68B7FD92.xml"/><Relationship Id="rId19" Type="http://schemas.openxmlformats.org/officeDocument/2006/relationships/slideLayout" Target="../slideLayouts/slideLayout_8000001F_8C065ED3.xml"/><Relationship Id="rId14" Type="http://schemas.openxmlformats.org/officeDocument/2006/relationships/slideLayout" Target="../slideLayouts/slideLayout_8000001A_C3CEC3DE.xml"/><Relationship Id="rId22" Type="http://schemas.openxmlformats.org/officeDocument/2006/relationships/slideLayout" Target="../slideLayouts/slideLayout_80000022_25CE817D.xml"/><Relationship Id="rId27" Type="http://schemas.openxmlformats.org/officeDocument/2006/relationships/slideLayout" Target="../slideLayouts/slideLayout_80000027_1679B430.xml"/><Relationship Id="rId30" Type="http://schemas.openxmlformats.org/officeDocument/2006/relationships/slideLayout" Target="../slideLayouts/slideLayout_8000002A_D7260CA1.xml"/><Relationship Id="rId35" Type="http://schemas.openxmlformats.org/officeDocument/2006/relationships/slideLayout" Target="../slideLayouts/slideLayout_8000002F_617C33A0.xml"/><Relationship Id="rId43" Type="http://schemas.openxmlformats.org/officeDocument/2006/relationships/slideLayout" Target="../slideLayouts/slideLayout_80000037_66833900.xml"/><Relationship Id="rId48" Type="http://schemas.openxmlformats.org/officeDocument/2006/relationships/slideLayout" Target="../slideLayouts/slideLayout_8000003C_A861D911.xml"/><Relationship Id="rId56" Type="http://schemas.openxmlformats.org/officeDocument/2006/relationships/slideLayout" Target="../slideLayouts/slideLayout_80000044_1E9CD55C.xml"/><Relationship Id="rId8" Type="http://schemas.openxmlformats.org/officeDocument/2006/relationships/slideLayout" Target="../slideLayouts/slideLayout_80000008_4B08CF9A.xml"/><Relationship Id="rId51" Type="http://schemas.openxmlformats.org/officeDocument/2006/relationships/slideLayout" Target="../slideLayouts/slideLayout_8000003F_50D9498B.xml"/><Relationship Id="rId3" Type="http://schemas.openxmlformats.org/officeDocument/2006/relationships/slideLayout" Target="../slideLayouts/slideLayout_80000003_9A9E7446.xml"/><Relationship Id="rId12" Type="http://schemas.openxmlformats.org/officeDocument/2006/relationships/slideLayout" Target="../slideLayouts/slideLayout_80000018_46C90886.xml"/><Relationship Id="rId17" Type="http://schemas.openxmlformats.org/officeDocument/2006/relationships/slideLayout" Target="../slideLayouts/slideLayout_8000001D_C08363DB.xml"/><Relationship Id="rId25" Type="http://schemas.openxmlformats.org/officeDocument/2006/relationships/slideLayout" Target="../slideLayouts/slideLayout_80000025_F277239B.xml"/><Relationship Id="rId33" Type="http://schemas.openxmlformats.org/officeDocument/2006/relationships/slideLayout" Target="../slideLayouts/slideLayout_8000002D_106CFAF3.xml"/><Relationship Id="rId38" Type="http://schemas.openxmlformats.org/officeDocument/2006/relationships/slideLayout" Target="../slideLayouts/slideLayout_80000032_959102AC.xml"/><Relationship Id="rId46" Type="http://schemas.openxmlformats.org/officeDocument/2006/relationships/slideLayout" Target="../slideLayouts/slideLayout_8000003A_C5140F5D.xml"/><Relationship Id="rId59" Type="http://schemas.openxmlformats.org/officeDocument/2006/relationships/slideLayout" Target="../slideLayouts/slideLayout_80000047_3C7AB505.xml"/><Relationship Id="rId20" Type="http://schemas.openxmlformats.org/officeDocument/2006/relationships/slideLayout" Target="../slideLayouts/slideLayout_80000020_6131B141.xml"/><Relationship Id="rId41" Type="http://schemas.openxmlformats.org/officeDocument/2006/relationships/slideLayout" Target="../slideLayouts/slideLayout_80000035_3EE35967.xml"/><Relationship Id="rId54" Type="http://schemas.openxmlformats.org/officeDocument/2006/relationships/slideLayout" Target="../slideLayouts/slideLayout_80000042_3CA6A59.xml"/><Relationship Id="rId1" Type="http://schemas.openxmlformats.org/officeDocument/2006/relationships/slideLayout" Target="../slideLayouts/slideLayout_80000001_6946223E.xml"/><Relationship Id="rId6" Type="http://schemas.openxmlformats.org/officeDocument/2006/relationships/slideLayout" Target="../slideLayouts/slideLayout_80000006_36A26BC0.xml"/><Relationship Id="rId15" Type="http://schemas.openxmlformats.org/officeDocument/2006/relationships/slideLayout" Target="../slideLayouts/slideLayout_8000001B_7B3A2858.xml"/><Relationship Id="rId23" Type="http://schemas.openxmlformats.org/officeDocument/2006/relationships/slideLayout" Target="../slideLayouts/slideLayout_80000023_C6CEE46F.xml"/><Relationship Id="rId28" Type="http://schemas.openxmlformats.org/officeDocument/2006/relationships/slideLayout" Target="../slideLayouts/slideLayout_80000028_E8A685BC.xml"/><Relationship Id="rId36" Type="http://schemas.openxmlformats.org/officeDocument/2006/relationships/slideLayout" Target="../slideLayouts/slideLayout_80000030_6267A347.xml"/><Relationship Id="rId49" Type="http://schemas.openxmlformats.org/officeDocument/2006/relationships/slideLayout" Target="../slideLayouts/slideLayout_8000003D_A9F62C33.xml"/><Relationship Id="rId57" Type="http://schemas.openxmlformats.org/officeDocument/2006/relationships/slideLayout" Target="../slideLayouts/slideLayout_80000045_164EDCBD.xml"/><Relationship Id="rId10" Type="http://schemas.openxmlformats.org/officeDocument/2006/relationships/slideLayout" Target="../slideLayouts/slideLayout_8000000A_ABECF177.xml"/><Relationship Id="rId31" Type="http://schemas.openxmlformats.org/officeDocument/2006/relationships/slideLayout" Target="../slideLayouts/slideLayout_8000002B_3822058F.xml"/><Relationship Id="rId44" Type="http://schemas.openxmlformats.org/officeDocument/2006/relationships/slideLayout" Target="../slideLayouts/slideLayout_80000038_1850EE56.xml"/><Relationship Id="rId52" Type="http://schemas.openxmlformats.org/officeDocument/2006/relationships/slideLayout" Target="../slideLayouts/slideLayout_80000040_6578C611.xml"/><Relationship Id="rId60" Type="http://schemas.openxmlformats.org/officeDocument/2006/relationships/slideLayout" Target="../slideLayouts/slideLayout_80000048_1479DCBE.xml"/><Relationship Id="rId4" Type="http://schemas.openxmlformats.org/officeDocument/2006/relationships/slideLayout" Target="../slideLayouts/slideLayout_80000004_AD533FE5.xml"/><Relationship Id="rId9" Type="http://schemas.openxmlformats.org/officeDocument/2006/relationships/slideLayout" Target="../slideLayouts/slideLayout_80000009_A56ECD7A.xml"/></Relationships>
</file>

<file path=ppt/slideMasters/slideMaster_80000000_68B7FD9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7DA2CEDE-2AB4-4FB8-9551-E0AA4222B1A3}" type="datetime1">
              <a:rPr lang="en-US" smtClean="0"/>
              <a:pPr/>
              <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5E0677F5-4A8A-4BF1-96BE-3BAE8FBAFE2E}" type="slidenum">
              <a:rPr lang="en-US" smtClean="0"/>
              <a:pPr/>
              <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6888466"/>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Lst>
  <p:hf hdr="0"/>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userDrawn="1">
          <p15:clr>
            <a:srgbClr val="F26B43"/>
          </p15:clr>
        </p15:guide>
        <p15:guide id="22" orient="horz" pos="2160" userDrawn="1">
          <p15:clr>
            <a:srgbClr val="F26B43"/>
          </p15:clr>
        </p15:guide>
        <p15:guide id="23" pos="4800" userDrawn="1">
          <p15:clr>
            <a:srgbClr val="F26B43"/>
          </p15:clr>
        </p15:guide>
        <p15:guide id="24" orient="horz" pos="480" userDrawn="1">
          <p15:clr>
            <a:srgbClr val="F26B43"/>
          </p15:clr>
        </p15:guide>
        <p15:guide id="25" orient="horz" pos="864" userDrawn="1">
          <p15:clr>
            <a:srgbClr val="F26B43"/>
          </p15:clr>
        </p15:guide>
        <p15:guide id="26" pos="7392" userDrawn="1">
          <p15:clr>
            <a:srgbClr val="F26B43"/>
          </p15:clr>
        </p15:guide>
        <p15:guide id="27" orient="horz" pos="3840" userDrawn="1">
          <p15:clr>
            <a:srgbClr val="F26B43"/>
          </p15:clr>
        </p15:guide>
        <p15:guide id="28" pos="240" userDrawn="1">
          <p15:clr>
            <a:srgbClr val="F26B43"/>
          </p15:clr>
        </p15:guide>
        <p15:guide id="29" pos="7440" userDrawn="1">
          <p15:clr>
            <a:srgbClr val="F26B43"/>
          </p15:clr>
        </p15:guide>
      </p15:sldGuideLst>
    </p:ext>
  </p:extLst>
</p:sldMaster>
</file>

<file path=ppt/slides/_rels/slide_A0A_71543AA9.xml.rels><?xml version="1.0" encoding="UTF-8" standalone="yes"?>
<Relationships xmlns="http://schemas.openxmlformats.org/package/2006/relationships"><Relationship Id="rId2" Type="http://schemas.openxmlformats.org/officeDocument/2006/relationships/notesSlide" Target="../notesSlides/notesSlide_A0A_71543AA9.xml"/><Relationship Id="rId1" Type="http://schemas.openxmlformats.org/officeDocument/2006/relationships/slideLayout" Target="../slideLayouts/slideLayout_8000000B_4C852C1E.xml"/></Relationships>
</file>

<file path=ppt/slides/_rels/slide_A0B_3A815FF1.xml.rels><?xml version="1.0" encoding="UTF-8" standalone="yes"?>
<Relationships xmlns="http://schemas.openxmlformats.org/package/2006/relationships"><Relationship Id="rId3" Type="http://schemas.openxmlformats.org/officeDocument/2006/relationships/image" Target="../media/image_A0FF067C.jpeg"/><Relationship Id="rId2" Type="http://schemas.openxmlformats.org/officeDocument/2006/relationships/notesSlide" Target="../notesSlides/notesSlide_A0B_3A815FF1.xml"/><Relationship Id="rId1" Type="http://schemas.openxmlformats.org/officeDocument/2006/relationships/slideLayout" Target="../slideLayouts/slideLayout_80000032_959102AC.xml"/></Relationships>
</file>

<file path=ppt/slides/_rels/slide_A0C_1D797EAD.xml.rels><?xml version="1.0" encoding="UTF-8" standalone="yes"?>
<Relationships xmlns="http://schemas.openxmlformats.org/package/2006/relationships"><Relationship Id="rId3" Type="http://schemas.openxmlformats.org/officeDocument/2006/relationships/image" Target="../media/image_AD1AC2B7.jpeg"/><Relationship Id="rId2" Type="http://schemas.openxmlformats.org/officeDocument/2006/relationships/notesSlide" Target="../notesSlides/notesSlide_A0C_1D797EAD.xml"/><Relationship Id="rId1" Type="http://schemas.openxmlformats.org/officeDocument/2006/relationships/slideLayout" Target="../slideLayouts/slideLayout_80000033_4C7EBE3D.xml"/></Relationships>
</file>

<file path=ppt/slides/_rels/slide_A0D_5EA290F2.xml.rels><?xml version="1.0" encoding="UTF-8" standalone="yes"?>
<Relationships xmlns="http://schemas.openxmlformats.org/package/2006/relationships"><Relationship Id="rId3" Type="http://schemas.openxmlformats.org/officeDocument/2006/relationships/image" Target="../media/image_D6D68CE5.jpeg"/><Relationship Id="rId2" Type="http://schemas.openxmlformats.org/officeDocument/2006/relationships/notesSlide" Target="../notesSlides/notesSlide_A0D_5EA290F2.xml"/><Relationship Id="rId1" Type="http://schemas.openxmlformats.org/officeDocument/2006/relationships/slideLayout" Target="../slideLayouts/slideLayout_80000032_959102AC.xml"/></Relationships>
</file>

<file path=ppt/slides/_rels/slide_A0E_98EE894.xml.rels><?xml version="1.0" encoding="UTF-8" standalone="yes"?>
<Relationships xmlns="http://schemas.openxmlformats.org/package/2006/relationships"><Relationship Id="rId2" Type="http://schemas.openxmlformats.org/officeDocument/2006/relationships/notesSlide" Target="../notesSlides/notesSlide_A0E_98EE894.xml"/><Relationship Id="rId1" Type="http://schemas.openxmlformats.org/officeDocument/2006/relationships/slideLayout" Target="../slideLayouts/slideLayout_8000000B_4C852C1E.xml"/></Relationships>
</file>

<file path=ppt/slides/_rels/slide_A0F_DFC43710.xml.rels><?xml version="1.0" encoding="UTF-8" standalone="yes"?>
<Relationships xmlns="http://schemas.openxmlformats.org/package/2006/relationships"><Relationship Id="rId3" Type="http://schemas.openxmlformats.org/officeDocument/2006/relationships/image" Target="../media/image_5023B528.jpeg"/><Relationship Id="rId2" Type="http://schemas.openxmlformats.org/officeDocument/2006/relationships/notesSlide" Target="../notesSlides/notesSlide_A0F_DFC43710.xml"/><Relationship Id="rId1" Type="http://schemas.openxmlformats.org/officeDocument/2006/relationships/slideLayout" Target="../slideLayouts/slideLayout_80000032_959102AC.xml"/></Relationships>
</file>

<file path=ppt/slides/_rels/slide_A01_11BA375F.xml.rels><?xml version="1.0" encoding="UTF-8" standalone="yes"?>
<Relationships xmlns="http://schemas.openxmlformats.org/package/2006/relationships"><Relationship Id="rId2" Type="http://schemas.openxmlformats.org/officeDocument/2006/relationships/notesSlide" Target="../notesSlides/notesSlide_A01_11BA375F.xml"/><Relationship Id="rId1" Type="http://schemas.openxmlformats.org/officeDocument/2006/relationships/slideLayout" Target="../slideLayouts/slideLayout_80000008_4B08CF9A.xml"/></Relationships>
</file>

<file path=ppt/slides/_rels/slide_A02_C41E6B92.xml.rels><?xml version="1.0" encoding="UTF-8" standalone="yes"?>
<Relationships xmlns="http://schemas.openxmlformats.org/package/2006/relationships"><Relationship Id="rId2" Type="http://schemas.openxmlformats.org/officeDocument/2006/relationships/notesSlide" Target="../notesSlides/notesSlide_A02_C41E6B92.xml"/><Relationship Id="rId1" Type="http://schemas.openxmlformats.org/officeDocument/2006/relationships/slideLayout" Target="../slideLayouts/slideLayout_8000000B_4C852C1E.xml"/></Relationships>
</file>

<file path=ppt/slides/_rels/slide_A03_9AC3669E.xml.rels><?xml version="1.0" encoding="UTF-8" standalone="yes"?>
<Relationships xmlns="http://schemas.openxmlformats.org/package/2006/relationships"><Relationship Id="rId3" Type="http://schemas.openxmlformats.org/officeDocument/2006/relationships/image" Target="../media/image_BF65C8A9.jpeg"/><Relationship Id="rId2" Type="http://schemas.openxmlformats.org/officeDocument/2006/relationships/notesSlide" Target="../notesSlides/notesSlide_A03_9AC3669E.xml"/><Relationship Id="rId1" Type="http://schemas.openxmlformats.org/officeDocument/2006/relationships/slideLayout" Target="../slideLayouts/slideLayout_80000032_959102AC.xml"/></Relationships>
</file>

<file path=ppt/slides/_rels/slide_A04_107C429D.xml.rels><?xml version="1.0" encoding="UTF-8" standalone="yes"?>
<Relationships xmlns="http://schemas.openxmlformats.org/package/2006/relationships"><Relationship Id="rId3" Type="http://schemas.openxmlformats.org/officeDocument/2006/relationships/image" Target="../media/image_2D4F2425.jpeg"/><Relationship Id="rId2" Type="http://schemas.openxmlformats.org/officeDocument/2006/relationships/notesSlide" Target="../notesSlides/notesSlide_A04_107C429D.xml"/><Relationship Id="rId1" Type="http://schemas.openxmlformats.org/officeDocument/2006/relationships/slideLayout" Target="../slideLayouts/slideLayout_80000033_4C7EBE3D.xml"/></Relationships>
</file>

<file path=ppt/slides/_rels/slide_A05_3F8A8F6A.xml.rels><?xml version="1.0" encoding="UTF-8" standalone="yes"?>
<Relationships xmlns="http://schemas.openxmlformats.org/package/2006/relationships"><Relationship Id="rId3" Type="http://schemas.openxmlformats.org/officeDocument/2006/relationships/image" Target="../media/image_6B6C1F67.jpeg"/><Relationship Id="rId2" Type="http://schemas.openxmlformats.org/officeDocument/2006/relationships/notesSlide" Target="../notesSlides/notesSlide_A05_3F8A8F6A.xml"/><Relationship Id="rId1" Type="http://schemas.openxmlformats.org/officeDocument/2006/relationships/slideLayout" Target="../slideLayouts/slideLayout_80000032_959102AC.xml"/></Relationships>
</file>

<file path=ppt/slides/_rels/slide_A06_D9D105EB.xml.rels><?xml version="1.0" encoding="UTF-8" standalone="yes"?>
<Relationships xmlns="http://schemas.openxmlformats.org/package/2006/relationships"><Relationship Id="rId2" Type="http://schemas.openxmlformats.org/officeDocument/2006/relationships/notesSlide" Target="../notesSlides/notesSlide_A06_D9D105EB.xml"/><Relationship Id="rId1" Type="http://schemas.openxmlformats.org/officeDocument/2006/relationships/slideLayout" Target="../slideLayouts/slideLayout_8000000B_4C852C1E.xml"/></Relationships>
</file>

<file path=ppt/slides/_rels/slide_A07_2D044F96.xml.rels><?xml version="1.0" encoding="UTF-8" standalone="yes"?>
<Relationships xmlns="http://schemas.openxmlformats.org/package/2006/relationships"><Relationship Id="rId3" Type="http://schemas.openxmlformats.org/officeDocument/2006/relationships/image" Target="../media/image_AC4330FA.jpeg"/><Relationship Id="rId2" Type="http://schemas.openxmlformats.org/officeDocument/2006/relationships/notesSlide" Target="../notesSlides/notesSlide_A07_2D044F96.xml"/><Relationship Id="rId1" Type="http://schemas.openxmlformats.org/officeDocument/2006/relationships/slideLayout" Target="../slideLayouts/slideLayout_80000032_959102AC.xml"/></Relationships>
</file>

<file path=ppt/slides/_rels/slide_A08_976ED6C6.xml.rels><?xml version="1.0" encoding="UTF-8" standalone="yes"?>
<Relationships xmlns="http://schemas.openxmlformats.org/package/2006/relationships"><Relationship Id="rId3" Type="http://schemas.openxmlformats.org/officeDocument/2006/relationships/image" Target="../media/image_7D4B4194.jpeg"/><Relationship Id="rId2" Type="http://schemas.openxmlformats.org/officeDocument/2006/relationships/notesSlide" Target="../notesSlides/notesSlide_A08_976ED6C6.xml"/><Relationship Id="rId1" Type="http://schemas.openxmlformats.org/officeDocument/2006/relationships/slideLayout" Target="../slideLayouts/slideLayout_80000032_959102AC.xml"/></Relationships>
</file>

<file path=ppt/slides/_rels/slide_A09_B3255E11.xml.rels><?xml version="1.0" encoding="UTF-8" standalone="yes"?>
<Relationships xmlns="http://schemas.openxmlformats.org/package/2006/relationships"><Relationship Id="rId3" Type="http://schemas.openxmlformats.org/officeDocument/2006/relationships/image" Target="../media/image_F449FE28.jpeg"/><Relationship Id="rId2" Type="http://schemas.openxmlformats.org/officeDocument/2006/relationships/notesSlide" Target="../notesSlides/notesSlide_A09_B3255E11.xml"/><Relationship Id="rId1" Type="http://schemas.openxmlformats.org/officeDocument/2006/relationships/slideLayout" Target="../slideLayouts/slideLayout_80000032_959102AC.xml"/></Relationships>
</file>

<file path=ppt/slides/_rels/slide_A10_FFC19452.xml.rels><?xml version="1.0" encoding="UTF-8" standalone="yes"?>
<Relationships xmlns="http://schemas.openxmlformats.org/package/2006/relationships"><Relationship Id="rId3" Type="http://schemas.openxmlformats.org/officeDocument/2006/relationships/image" Target="../media/image_D91A0BD.jpeg"/><Relationship Id="rId2" Type="http://schemas.openxmlformats.org/officeDocument/2006/relationships/notesSlide" Target="../notesSlides/notesSlide_A10_FFC19452.xml"/><Relationship Id="rId1" Type="http://schemas.openxmlformats.org/officeDocument/2006/relationships/slideLayout" Target="../slideLayouts/slideLayout_80000032_959102AC.xml"/></Relationships>
</file>

<file path=ppt/slides/slide_A0A_71543AA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DF89E3-D06F-2E1D-ECB6-BC60CD47BAD9}"/>
              </a:ext>
            </a:extLst>
          </p:cNvPr>
          <p:cNvSpPr>
            <a:spLocks noGrp="1"/>
          </p:cNvSpPr>
          <p:nvPr>
            <p:ph type="title"/>
          </p:nvPr>
        </p:nvSpPr>
        <p:spPr>
          <a:xfrm>
            <a:off x="3018499" y="952500"/>
            <a:ext cx="8887299" cy="5636798"/>
          </a:xfrm>
        </p:spPr>
        <p:txBody>
          <a:bodyPr anchor="b">
            <a:normAutofit/>
          </a:bodyPr>
          <a:lstStyle/>
          <a:p>
            <a:r>
              <a:rPr lang="en-US"/>
              <a:t>Key OOP Principles</a:t>
            </a:r>
          </a:p>
        </p:txBody>
      </p:sp>
      <p:sp>
        <p:nvSpPr>
          <p:cNvPr id="5" name="Date Placeholder 4">
            <a:extLst>
              <a:ext uri="{FF2B5EF4-FFF2-40B4-BE49-F238E27FC236}">
                <a16:creationId xmlns:a16="http://schemas.microsoft.com/office/drawing/2014/main" id="{3F1FEF2F-9C0A-601A-2F7D-E09DF4DC21AC}"/>
              </a:ext>
            </a:extLst>
          </p:cNvPr>
          <p:cNvSpPr>
            <a:spLocks noGrp="1"/>
          </p:cNvSpPr>
          <p:nvPr>
            <p:ph type="dt" sz="half" idx="10"/>
          </p:nvPr>
        </p:nvSpPr>
        <p:spPr>
          <a:xfrm>
            <a:off x="301752" y="210114"/>
            <a:ext cx="1759288" cy="365760"/>
          </a:xfrm>
        </p:spPr>
        <p:txBody>
          <a:bodyPr anchor="ctr">
            <a:normAutofit/>
          </a:bodyPr>
          <a:lstStyle/>
          <a:p>
            <a:pPr>
              <a:spcAft>
                <a:spcPts val="600"/>
              </a:spcAft>
            </a:pPr>
            <a:fld id="{7DA2CEDE-2AB4-4FB8-9551-E0AA4222B1A3}" type="datetime1">
              <a:rPr lang="en-US" smtClean="0"/>
              <a:pPr>
                <a:spcAft>
                  <a:spcPts val="600"/>
                </a:spcAft>
              </a:pPr>
              <a:t/>
            </a:fld>
            <a:endParaRPr lang="en-US"/>
          </a:p>
        </p:txBody>
      </p:sp>
      <p:sp>
        <p:nvSpPr>
          <p:cNvPr id="6" name="Footer Placeholder 5">
            <a:extLst>
              <a:ext uri="{FF2B5EF4-FFF2-40B4-BE49-F238E27FC236}">
                <a16:creationId xmlns:a16="http://schemas.microsoft.com/office/drawing/2014/main" id="{2FF910EA-D6E1-4C52-4D20-DAB9C907AECE}"/>
              </a:ext>
            </a:extLst>
          </p:cNvPr>
          <p:cNvSpPr>
            <a:spLocks noGrp="1"/>
          </p:cNvSpPr>
          <p:nvPr>
            <p:ph type="ftr" sz="quarter" idx="11"/>
          </p:nvPr>
        </p:nvSpPr>
        <p:spPr>
          <a:xfrm>
            <a:off x="7622485" y="210114"/>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A6523819-3781-A835-5F2A-09E16C656A68}"/>
              </a:ext>
            </a:extLst>
          </p:cNvPr>
          <p:cNvSpPr>
            <a:spLocks noGrp="1"/>
          </p:cNvSpPr>
          <p:nvPr>
            <p:ph type="sldNum" sz="quarter" idx="12"/>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
            </a:fld>
            <a:endParaRPr lang="en-US"/>
          </a:p>
        </p:txBody>
      </p:sp>
    </p:spTree>
    <p:extLst>
      <p:ext uri="{BB962C8B-B14F-4D97-AF65-F5344CB8AC3E}">
        <p14:creationId xmlns:p14="http://schemas.microsoft.com/office/powerpoint/2010/main" val="19013454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B_3A815FF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8CC54-999D-2130-F584-433B0DD1FBAF}"/>
              </a:ext>
            </a:extLst>
          </p:cNvPr>
          <p:cNvSpPr>
            <a:spLocks noGrp="1"/>
          </p:cNvSpPr>
          <p:nvPr>
            <p:ph type="title"/>
          </p:nvPr>
        </p:nvSpPr>
        <p:spPr>
          <a:xfrm>
            <a:off x="5210016" y="957435"/>
            <a:ext cx="6400800" cy="885847"/>
          </a:xfrm>
        </p:spPr>
        <p:txBody>
          <a:bodyPr anchor="b">
            <a:normAutofit/>
          </a:bodyPr>
          <a:lstStyle/>
          <a:p>
            <a:r>
              <a:rPr lang="en-US"/>
              <a:t>Encapsulation</a:t>
            </a:r>
          </a:p>
        </p:txBody>
      </p:sp>
      <p:pic>
        <p:nvPicPr>
          <p:cNvPr id="8" name="Content Placeholder 7" descr="Digital security concept on binary data code">
            <a:extLst>
              <a:ext uri="{FF2B5EF4-FFF2-40B4-BE49-F238E27FC236}">
                <a16:creationId xmlns:a16="http://schemas.microsoft.com/office/drawing/2014/main" id="{1E65FEC9-1C4C-4329-B525-FBD1A333F562}"/>
              </a:ext>
            </a:extLst>
          </p:cNvPr>
          <p:cNvPicPr>
            <a:picLocks noGrp="1" noChangeAspect="1"/>
          </p:cNvPicPr>
          <p:nvPr>
            <p:ph type="pic" sz="quarter" idx="15"/>
          </p:nvPr>
        </p:nvPicPr>
        <p:blipFill>
          <a:blip r:embed="rId3"/>
          <a:srcRect l="10102" r="38519"/>
          <a:stretch>
            <a:fillRect/>
          </a:stretch>
        </p:blipFill>
        <p:spPr>
          <a:xfrm>
            <a:off x="2" y="10"/>
            <a:ext cx="4698090" cy="6857991"/>
          </a:xfrm>
        </p:spPr>
      </p:pic>
      <p:sp>
        <p:nvSpPr>
          <p:cNvPr id="3" name="Date Placeholder 2">
            <a:extLst>
              <a:ext uri="{FF2B5EF4-FFF2-40B4-BE49-F238E27FC236}">
                <a16:creationId xmlns:a16="http://schemas.microsoft.com/office/drawing/2014/main" id="{A6174F42-9B31-891C-F5B7-556C0EB3DCC0}"/>
              </a:ext>
            </a:extLst>
          </p:cNvPr>
          <p:cNvSpPr>
            <a:spLocks noGrp="1"/>
          </p:cNvSpPr>
          <p:nvPr>
            <p:ph type="dt" sz="half" idx="16"/>
          </p:nvPr>
        </p:nvSpPr>
        <p:spPr>
          <a:xfrm>
            <a:off x="5213149" y="212239"/>
            <a:ext cx="2208276" cy="365760"/>
          </a:xfrm>
        </p:spPr>
        <p:txBody>
          <a:bodyPr anchor="ctr">
            <a:normAutofit/>
          </a:bodyPr>
          <a:lstStyle/>
          <a:p>
            <a:pPr>
              <a:spcAft>
                <a:spcPts val="600"/>
              </a:spcAft>
            </a:pPr>
            <a:fld id="{7B01CFC0-D171-4F9D-A610-2F47C1080058}" type="datetime1">
              <a:rPr lang="en-US" smtClean="0"/>
              <a:pPr>
                <a:spcAft>
                  <a:spcPts val="600"/>
                </a:spcAft>
              </a:pPr>
              <a:t/>
            </a:fld>
            <a:endParaRPr lang="en-US"/>
          </a:p>
        </p:txBody>
      </p:sp>
      <p:sp>
        <p:nvSpPr>
          <p:cNvPr id="4" name="Footer Placeholder 3">
            <a:extLst>
              <a:ext uri="{FF2B5EF4-FFF2-40B4-BE49-F238E27FC236}">
                <a16:creationId xmlns:a16="http://schemas.microsoft.com/office/drawing/2014/main" id="{35CDABD4-4843-E322-557E-835E80DEC299}"/>
              </a:ext>
            </a:extLst>
          </p:cNvPr>
          <p:cNvSpPr>
            <a:spLocks noGrp="1"/>
          </p:cNvSpPr>
          <p:nvPr>
            <p:ph type="ftr" sz="quarter" idx="17"/>
          </p:nvPr>
        </p:nvSpPr>
        <p:spPr>
          <a:xfrm>
            <a:off x="7619999" y="210114"/>
            <a:ext cx="2297151"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9CF61765-87A4-5A60-6FBE-1F2E43EA587B}"/>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
            </a:fld>
            <a:endParaRPr lang="en-US"/>
          </a:p>
        </p:txBody>
      </p:sp>
      <p:sp>
        <p:nvSpPr>
          <p:cNvPr id="7" name="Content Placeholder 6">
            <a:extLst>
              <a:ext uri="{FF2B5EF4-FFF2-40B4-BE49-F238E27FC236}">
                <a16:creationId xmlns:a16="http://schemas.microsoft.com/office/drawing/2014/main" id="{D9DFE423-0EA3-9C80-07BC-30AE08E7FFE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0016" y="2054715"/>
            <a:ext cx="6400800" cy="4502965"/>
          </a:xfrm>
        </p:spPr>
        <p:txBody>
          <a:bodyPr>
            <a:normAutofit/>
          </a:bodyPr>
          <a:lstStyle/>
          <a:p>
            <a:pPr marL="0" lvl="0" indent="0">
              <a:spcBef>
                <a:spcPts val="2500"/>
              </a:spcBef>
              <a:buFont typeface="Arial" panose="020B0604020202020204" pitchFamily="34" charset="0"/>
              <a:buNone/>
            </a:pPr>
            <a:r>
              <a:rPr lang="en-US" b="1"/>
              <a:t>Core Concept of Encapsulation</a:t>
            </a:r>
          </a:p>
          <a:p>
            <a:pPr marL="0" lvl="1" indent="0">
              <a:buFont typeface="Arial" panose="020B0604020202020204" pitchFamily="34" charset="0"/>
              <a:buNone/>
            </a:pPr>
            <a:r>
              <a:rPr lang="en-US"/>
              <a:t>Encapsulation bundles data and methods within a class, controlling external access effectively.</a:t>
            </a:r>
          </a:p>
          <a:p>
            <a:pPr marL="0" lvl="0" indent="0">
              <a:spcBef>
                <a:spcPts val="2500"/>
              </a:spcBef>
              <a:buFont typeface="Arial" panose="020B0604020202020204" pitchFamily="34" charset="0"/>
              <a:buNone/>
            </a:pPr>
            <a:r>
              <a:rPr lang="en-US" b="1"/>
              <a:t>Implementation in Python</a:t>
            </a:r>
          </a:p>
          <a:p>
            <a:pPr marL="0" lvl="1" indent="0">
              <a:buFont typeface="Arial" panose="020B0604020202020204" pitchFamily="34" charset="0"/>
              <a:buNone/>
            </a:pPr>
            <a:r>
              <a:rPr lang="en-US"/>
              <a:t>Python uses naming conventions and properties to implement encapsulation without strict access modifiers.</a:t>
            </a:r>
          </a:p>
          <a:p>
            <a:pPr marL="0" lvl="0" indent="0">
              <a:spcBef>
                <a:spcPts val="2500"/>
              </a:spcBef>
              <a:buFont typeface="Arial" panose="020B0604020202020204" pitchFamily="34" charset="0"/>
              <a:buNone/>
            </a:pPr>
            <a:r>
              <a:rPr lang="en-US" b="1"/>
              <a:t>Benefits of Encapsulation</a:t>
            </a:r>
          </a:p>
          <a:p>
            <a:pPr marL="0" lvl="1" indent="0">
              <a:buFont typeface="Arial" panose="020B0604020202020204" pitchFamily="34" charset="0"/>
              <a:buNone/>
            </a:pPr>
            <a:r>
              <a:rPr lang="en-US"/>
              <a:t>Encapsulation enhances code safety, readability, and flexibility by protecting internal details from misuse.</a:t>
            </a:r>
          </a:p>
          <a:p>
            <a:pPr marL="0" lvl="0" indent="0">
              <a:spcBef>
                <a:spcPts val="2500"/>
              </a:spcBef>
              <a:buFont typeface="Arial" panose="020B0604020202020204" pitchFamily="34" charset="0"/>
              <a:buNone/>
            </a:pPr>
            <a:r>
              <a:rPr lang="en-US" b="1"/>
              <a:t>Real-World Analogy</a:t>
            </a:r>
          </a:p>
          <a:p>
            <a:pPr marL="0" lvl="1" indent="0">
              <a:buFont typeface="Arial" panose="020B0604020202020204" pitchFamily="34" charset="0"/>
              <a:buNone/>
            </a:pPr>
            <a:r>
              <a:rPr lang="en-US"/>
              <a:t>Encapsulation is like using a device without understanding its internal mechanics, simplifying interaction.</a:t>
            </a:r>
          </a:p>
        </p:txBody>
      </p:sp>
    </p:spTree>
    <p:extLst>
      <p:ext uri="{BB962C8B-B14F-4D97-AF65-F5344CB8AC3E}">
        <p14:creationId xmlns:p14="http://schemas.microsoft.com/office/powerpoint/2010/main" val="9815572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_A0C_1D797EA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2B797-90BC-F34F-470C-A6DFC18F118F}"/>
              </a:ext>
            </a:extLst>
          </p:cNvPr>
          <p:cNvSpPr>
            <a:spLocks noGrp="1"/>
          </p:cNvSpPr>
          <p:nvPr>
            <p:ph type="title"/>
          </p:nvPr>
        </p:nvSpPr>
        <p:spPr>
          <a:xfrm>
            <a:off x="301752" y="1010934"/>
            <a:ext cx="3507418" cy="1398494"/>
          </a:xfrm>
        </p:spPr>
        <p:txBody>
          <a:bodyPr anchor="t">
            <a:normAutofit/>
          </a:bodyPr>
          <a:lstStyle/>
          <a:p>
            <a:r>
              <a:rPr lang="en-US"/>
              <a:t>Inheritance</a:t>
            </a:r>
          </a:p>
        </p:txBody>
      </p:sp>
      <p:sp>
        <p:nvSpPr>
          <p:cNvPr id="3" name="Date Placeholder 2">
            <a:extLst>
              <a:ext uri="{FF2B5EF4-FFF2-40B4-BE49-F238E27FC236}">
                <a16:creationId xmlns:a16="http://schemas.microsoft.com/office/drawing/2014/main" id="{E2B63DF8-F8C3-A961-04CF-6909567A5AA6}"/>
              </a:ext>
            </a:extLst>
          </p:cNvPr>
          <p:cNvSpPr>
            <a:spLocks noGrp="1"/>
          </p:cNvSpPr>
          <p:nvPr>
            <p:ph type="dt" sz="half" idx="14"/>
          </p:nvPr>
        </p:nvSpPr>
        <p:spPr>
          <a:xfrm>
            <a:off x="301752" y="210114"/>
            <a:ext cx="1759288" cy="365760"/>
          </a:xfrm>
        </p:spPr>
        <p:txBody>
          <a:bodyPr anchor="ctr">
            <a:normAutofit/>
          </a:bodyPr>
          <a:lstStyle/>
          <a:p>
            <a:pPr>
              <a:spcAft>
                <a:spcPts val="600"/>
              </a:spcAft>
            </a:pPr>
            <a:fld id="{7B01CFC0-D171-4F9D-A610-2F47C1080058}" type="datetime1">
              <a:rPr lang="en-US" smtClean="0"/>
              <a:pPr>
                <a:spcAft>
                  <a:spcPts val="600"/>
                </a:spcAft>
              </a:pPr>
              <a:t/>
            </a:fld>
            <a:endParaRPr lang="en-US"/>
          </a:p>
        </p:txBody>
      </p:sp>
      <p:sp>
        <p:nvSpPr>
          <p:cNvPr id="4" name="Footer Placeholder 3">
            <a:extLst>
              <a:ext uri="{FF2B5EF4-FFF2-40B4-BE49-F238E27FC236}">
                <a16:creationId xmlns:a16="http://schemas.microsoft.com/office/drawing/2014/main" id="{67F694EA-2864-018B-8695-72F3C1E82757}"/>
              </a:ext>
            </a:extLst>
          </p:cNvPr>
          <p:cNvSpPr>
            <a:spLocks noGrp="1"/>
          </p:cNvSpPr>
          <p:nvPr>
            <p:ph type="ftr" sz="quarter" idx="15"/>
          </p:nvPr>
        </p:nvSpPr>
        <p:spPr>
          <a:xfrm>
            <a:off x="4932680" y="210114"/>
            <a:ext cx="2509284"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917A5891-49D6-94D7-EF70-5943F7EB1C2F}"/>
              </a:ext>
            </a:extLst>
          </p:cNvPr>
          <p:cNvSpPr>
            <a:spLocks noGrp="1"/>
          </p:cNvSpPr>
          <p:nvPr>
            <p:ph type="sldNum" sz="quarter" idx="16"/>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
            </a:fld>
            <a:endParaRPr lang="en-US"/>
          </a:p>
        </p:txBody>
      </p:sp>
      <p:pic>
        <p:nvPicPr>
          <p:cNvPr id="8" name="Content Placeholder 7" descr="Teamwork organization group organization hierarchy">
            <a:extLst>
              <a:ext uri="{FF2B5EF4-FFF2-40B4-BE49-F238E27FC236}">
                <a16:creationId xmlns:a16="http://schemas.microsoft.com/office/drawing/2014/main" id="{11307CDB-3C53-4BCB-8108-A0DD15D31337}"/>
              </a:ext>
            </a:extLst>
          </p:cNvPr>
          <p:cNvPicPr>
            <a:picLocks noGrp="1" noChangeAspect="1"/>
          </p:cNvPicPr>
          <p:nvPr>
            <p:ph type="pic" sz="quarter" idx="17"/>
          </p:nvPr>
        </p:nvPicPr>
        <p:blipFill>
          <a:blip r:embed="rId3"/>
          <a:stretch/>
        </p:blipFill>
        <p:spPr>
          <a:xfrm>
            <a:off x="451351" y="3390816"/>
            <a:ext cx="3357819" cy="2241344"/>
          </a:xfrm>
        </p:spPr>
      </p:pic>
      <p:sp>
        <p:nvSpPr>
          <p:cNvPr id="7" name="Content Placeholder 6">
            <a:extLst>
              <a:ext uri="{FF2B5EF4-FFF2-40B4-BE49-F238E27FC236}">
                <a16:creationId xmlns:a16="http://schemas.microsoft.com/office/drawing/2014/main" id="{82CB00B6-C161-2048-966B-62DB18BC2BDA}"/>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32679" y="1010932"/>
            <a:ext cx="6492240" cy="5212080"/>
          </a:xfrm>
        </p:spPr>
        <p:txBody>
          <a:bodyPr>
            <a:normAutofit/>
          </a:bodyPr>
          <a:lstStyle/>
          <a:p>
            <a:pPr marL="0" lvl="0" indent="0">
              <a:spcBef>
                <a:spcPts val="2500"/>
              </a:spcBef>
              <a:buFont typeface="Arial" panose="020B0604020202020204" pitchFamily="34" charset="0"/>
              <a:buNone/>
            </a:pPr>
            <a:r>
              <a:rPr lang="en-US" b="1"/>
              <a:t>Concept of Inheritance</a:t>
            </a:r>
          </a:p>
          <a:p>
            <a:pPr marL="0" lvl="1" indent="0">
              <a:buFont typeface="Arial" panose="020B0604020202020204" pitchFamily="34" charset="0"/>
              <a:buNone/>
            </a:pPr>
            <a:r>
              <a:rPr lang="en-US"/>
              <a:t>Inheritance creates new classes based on existing ones, promoting code reuse and hierarchy.</a:t>
            </a:r>
          </a:p>
          <a:p>
            <a:pPr marL="0" lvl="0" indent="0">
              <a:spcBef>
                <a:spcPts val="2500"/>
              </a:spcBef>
              <a:buFont typeface="Arial" panose="020B0604020202020204" pitchFamily="34" charset="0"/>
              <a:buNone/>
            </a:pPr>
            <a:r>
              <a:rPr lang="en-US" b="1"/>
              <a:t>Base and Derived Classes</a:t>
            </a:r>
          </a:p>
          <a:p>
            <a:pPr marL="0" lvl="1" indent="0">
              <a:buFont typeface="Arial" panose="020B0604020202020204" pitchFamily="34" charset="0"/>
              <a:buNone/>
            </a:pPr>
            <a:r>
              <a:rPr lang="en-US"/>
              <a:t>A base class defines common behavior; derived classes extend or specialize this behavior.</a:t>
            </a:r>
          </a:p>
          <a:p>
            <a:pPr marL="0" lvl="0" indent="0">
              <a:spcBef>
                <a:spcPts val="2500"/>
              </a:spcBef>
              <a:buFont typeface="Arial" panose="020B0604020202020204" pitchFamily="34" charset="0"/>
              <a:buNone/>
            </a:pPr>
            <a:r>
              <a:rPr lang="en-US" b="1"/>
              <a:t>Method Use and Overriding</a:t>
            </a:r>
          </a:p>
          <a:p>
            <a:pPr marL="0" lvl="1" indent="0">
              <a:buFont typeface="Arial" panose="020B0604020202020204" pitchFamily="34" charset="0"/>
              <a:buNone/>
            </a:pPr>
            <a:r>
              <a:rPr lang="en-US"/>
              <a:t>Inherited methods can be used directly or overridden to customize behavior in child classes.</a:t>
            </a:r>
          </a:p>
          <a:p>
            <a:pPr marL="0" lvl="0" indent="0">
              <a:spcBef>
                <a:spcPts val="2500"/>
              </a:spcBef>
              <a:buFont typeface="Arial" panose="020B0604020202020204" pitchFamily="34" charset="0"/>
              <a:buNone/>
            </a:pPr>
            <a:r>
              <a:rPr lang="en-US" b="1"/>
              <a:t>Python Syntax Simplicity</a:t>
            </a:r>
          </a:p>
          <a:p>
            <a:pPr marL="0" lvl="1" indent="0">
              <a:buFont typeface="Arial" panose="020B0604020202020204" pitchFamily="34" charset="0"/>
              <a:buNone/>
            </a:pPr>
            <a:r>
              <a:rPr lang="en-US"/>
              <a:t>Python’s inheritance syntax is simple and readable, making it accessible for beginners.</a:t>
            </a:r>
          </a:p>
        </p:txBody>
      </p:sp>
    </p:spTree>
    <p:extLst>
      <p:ext uri="{BB962C8B-B14F-4D97-AF65-F5344CB8AC3E}">
        <p14:creationId xmlns:p14="http://schemas.microsoft.com/office/powerpoint/2010/main" val="4945015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_A0D_5EA290F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4D125-0098-DCC5-F379-D69C608DD2D6}"/>
              </a:ext>
            </a:extLst>
          </p:cNvPr>
          <p:cNvSpPr>
            <a:spLocks noGrp="1"/>
          </p:cNvSpPr>
          <p:nvPr>
            <p:ph type="title"/>
          </p:nvPr>
        </p:nvSpPr>
        <p:spPr>
          <a:xfrm>
            <a:off x="5210016" y="957435"/>
            <a:ext cx="6400800" cy="885847"/>
          </a:xfrm>
        </p:spPr>
        <p:txBody>
          <a:bodyPr anchor="b">
            <a:normAutofit/>
          </a:bodyPr>
          <a:lstStyle/>
          <a:p>
            <a:r>
              <a:rPr lang="en-US"/>
              <a:t>Polymorphism</a:t>
            </a:r>
          </a:p>
        </p:txBody>
      </p:sp>
      <p:pic>
        <p:nvPicPr>
          <p:cNvPr id="8" name="Content Placeholder 7" descr="link points">
            <a:extLst>
              <a:ext uri="{FF2B5EF4-FFF2-40B4-BE49-F238E27FC236}">
                <a16:creationId xmlns:a16="http://schemas.microsoft.com/office/drawing/2014/main" id="{BDD6158E-EF2A-49B6-BFAB-01809AB90B41}"/>
              </a:ext>
            </a:extLst>
          </p:cNvPr>
          <p:cNvPicPr>
            <a:picLocks noGrp="1" noChangeAspect="1"/>
          </p:cNvPicPr>
          <p:nvPr>
            <p:ph type="pic" sz="quarter" idx="15"/>
          </p:nvPr>
        </p:nvPicPr>
        <p:blipFill>
          <a:blip r:embed="rId3"/>
          <a:srcRect l="31848" r="22424" b="-1"/>
          <a:stretch>
            <a:fillRect/>
          </a:stretch>
        </p:blipFill>
        <p:spPr>
          <a:xfrm>
            <a:off x="2" y="10"/>
            <a:ext cx="4698090" cy="6857991"/>
          </a:xfrm>
        </p:spPr>
      </p:pic>
      <p:sp>
        <p:nvSpPr>
          <p:cNvPr id="3" name="Date Placeholder 2">
            <a:extLst>
              <a:ext uri="{FF2B5EF4-FFF2-40B4-BE49-F238E27FC236}">
                <a16:creationId xmlns:a16="http://schemas.microsoft.com/office/drawing/2014/main" id="{8EDC9493-4722-0133-0E63-7A2A944353C5}"/>
              </a:ext>
            </a:extLst>
          </p:cNvPr>
          <p:cNvSpPr>
            <a:spLocks noGrp="1"/>
          </p:cNvSpPr>
          <p:nvPr>
            <p:ph type="dt" sz="half" idx="16"/>
          </p:nvPr>
        </p:nvSpPr>
        <p:spPr>
          <a:xfrm>
            <a:off x="5213149" y="212239"/>
            <a:ext cx="2208276" cy="365760"/>
          </a:xfrm>
        </p:spPr>
        <p:txBody>
          <a:bodyPr anchor="ctr">
            <a:normAutofit/>
          </a:bodyPr>
          <a:lstStyle/>
          <a:p>
            <a:pPr>
              <a:spcAft>
                <a:spcPts val="600"/>
              </a:spcAft>
            </a:pPr>
            <a:fld id="{7B01CFC0-D171-4F9D-A610-2F47C1080058}" type="datetime1">
              <a:rPr lang="en-US" smtClean="0"/>
              <a:pPr>
                <a:spcAft>
                  <a:spcPts val="600"/>
                </a:spcAft>
              </a:pPr>
              <a:t/>
            </a:fld>
            <a:endParaRPr lang="en-US"/>
          </a:p>
        </p:txBody>
      </p:sp>
      <p:sp>
        <p:nvSpPr>
          <p:cNvPr id="4" name="Footer Placeholder 3">
            <a:extLst>
              <a:ext uri="{FF2B5EF4-FFF2-40B4-BE49-F238E27FC236}">
                <a16:creationId xmlns:a16="http://schemas.microsoft.com/office/drawing/2014/main" id="{5A0069CD-D4BC-7F3E-332B-C908984E450A}"/>
              </a:ext>
            </a:extLst>
          </p:cNvPr>
          <p:cNvSpPr>
            <a:spLocks noGrp="1"/>
          </p:cNvSpPr>
          <p:nvPr>
            <p:ph type="ftr" sz="quarter" idx="17"/>
          </p:nvPr>
        </p:nvSpPr>
        <p:spPr>
          <a:xfrm>
            <a:off x="7619999" y="210114"/>
            <a:ext cx="2297151"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DDE5330A-93F0-69AA-D2E3-DB483B58BDC0}"/>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
            </a:fld>
            <a:endParaRPr lang="en-US"/>
          </a:p>
        </p:txBody>
      </p:sp>
      <p:sp>
        <p:nvSpPr>
          <p:cNvPr id="7" name="Content Placeholder 6">
            <a:extLst>
              <a:ext uri="{FF2B5EF4-FFF2-40B4-BE49-F238E27FC236}">
                <a16:creationId xmlns:a16="http://schemas.microsoft.com/office/drawing/2014/main" id="{811B3C38-4661-A920-B1AA-4B970C488C0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0016" y="2054715"/>
            <a:ext cx="6400800" cy="4502965"/>
          </a:xfrm>
        </p:spPr>
        <p:txBody>
          <a:bodyPr>
            <a:normAutofit/>
          </a:bodyPr>
          <a:lstStyle/>
          <a:p>
            <a:pPr marL="0" lvl="0" indent="0">
              <a:spcBef>
                <a:spcPts val="2500"/>
              </a:spcBef>
              <a:buFont typeface="Arial" panose="020B0604020202020204" pitchFamily="34" charset="0"/>
              <a:buNone/>
            </a:pPr>
            <a:r>
              <a:rPr lang="en-US" b="1"/>
              <a:t>Common Interface Usage</a:t>
            </a:r>
          </a:p>
          <a:p>
            <a:pPr marL="0" lvl="1" indent="0">
              <a:buFont typeface="Arial" panose="020B0604020202020204" pitchFamily="34" charset="0"/>
              <a:buNone/>
            </a:pPr>
            <a:r>
              <a:rPr lang="en-US"/>
              <a:t>Polymorphism allows multiple object types to be accessed through the same interface, enhancing flexibility.</a:t>
            </a:r>
          </a:p>
          <a:p>
            <a:pPr marL="0" lvl="0" indent="0">
              <a:spcBef>
                <a:spcPts val="2500"/>
              </a:spcBef>
              <a:buFont typeface="Arial" panose="020B0604020202020204" pitchFamily="34" charset="0"/>
              <a:buNone/>
            </a:pPr>
            <a:r>
              <a:rPr lang="en-US" b="1"/>
              <a:t>Dynamic Behavior Implementation</a:t>
            </a:r>
          </a:p>
          <a:p>
            <a:pPr marL="0" lvl="1" indent="0">
              <a:buFont typeface="Arial" panose="020B0604020202020204" pitchFamily="34" charset="0"/>
              <a:buNone/>
            </a:pPr>
            <a:r>
              <a:rPr lang="en-US"/>
              <a:t>Classes implement the same method name but provide different behaviors specific to their type.</a:t>
            </a:r>
          </a:p>
          <a:p>
            <a:pPr marL="0" lvl="0" indent="0">
              <a:spcBef>
                <a:spcPts val="2500"/>
              </a:spcBef>
              <a:buFont typeface="Arial" panose="020B0604020202020204" pitchFamily="34" charset="0"/>
              <a:buNone/>
            </a:pPr>
            <a:r>
              <a:rPr lang="en-US" b="1"/>
              <a:t>Python’s Dynamic Typing</a:t>
            </a:r>
          </a:p>
          <a:p>
            <a:pPr marL="0" lvl="1" indent="0">
              <a:buFont typeface="Arial" panose="020B0604020202020204" pitchFamily="34" charset="0"/>
              <a:buNone/>
            </a:pPr>
            <a:r>
              <a:rPr lang="en-US"/>
              <a:t>Python’s dynamic typing naturally supports polymorphism by focusing on object capabilities rather than types.</a:t>
            </a:r>
          </a:p>
          <a:p>
            <a:pPr marL="0" lvl="0" indent="0">
              <a:spcBef>
                <a:spcPts val="2500"/>
              </a:spcBef>
              <a:buFont typeface="Arial" panose="020B0604020202020204" pitchFamily="34" charset="0"/>
              <a:buNone/>
            </a:pPr>
            <a:r>
              <a:rPr lang="en-US" b="1"/>
              <a:t>Maintainable and Extensible Code</a:t>
            </a:r>
          </a:p>
          <a:p>
            <a:pPr marL="0" lvl="1" indent="0">
              <a:buFont typeface="Arial" panose="020B0604020202020204" pitchFamily="34" charset="0"/>
              <a:buNone/>
            </a:pPr>
            <a:r>
              <a:rPr lang="en-US"/>
              <a:t>Polymorphism reduces conditional checks and allows easy extensions without modifying existing code.</a:t>
            </a:r>
          </a:p>
        </p:txBody>
      </p:sp>
    </p:spTree>
    <p:extLst>
      <p:ext uri="{BB962C8B-B14F-4D97-AF65-F5344CB8AC3E}">
        <p14:creationId xmlns:p14="http://schemas.microsoft.com/office/powerpoint/2010/main" val="15877122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_A0E_98EE8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E2CF03-8699-5198-A380-0E532DFF9A45}"/>
              </a:ext>
            </a:extLst>
          </p:cNvPr>
          <p:cNvSpPr>
            <a:spLocks noGrp="1"/>
          </p:cNvSpPr>
          <p:nvPr>
            <p:ph type="title"/>
          </p:nvPr>
        </p:nvSpPr>
        <p:spPr>
          <a:xfrm>
            <a:off x="3018499" y="952500"/>
            <a:ext cx="8887299" cy="5636798"/>
          </a:xfrm>
        </p:spPr>
        <p:txBody>
          <a:bodyPr anchor="b">
            <a:normAutofit/>
          </a:bodyPr>
          <a:lstStyle/>
          <a:p>
            <a:r>
              <a:rPr lang="en-US"/>
              <a:t>Practical Usage and Best Practices</a:t>
            </a:r>
          </a:p>
        </p:txBody>
      </p:sp>
      <p:sp>
        <p:nvSpPr>
          <p:cNvPr id="5" name="Date Placeholder 4">
            <a:extLst>
              <a:ext uri="{FF2B5EF4-FFF2-40B4-BE49-F238E27FC236}">
                <a16:creationId xmlns:a16="http://schemas.microsoft.com/office/drawing/2014/main" id="{471877DA-CF7F-0321-A417-49BCA74EDBE0}"/>
              </a:ext>
            </a:extLst>
          </p:cNvPr>
          <p:cNvSpPr>
            <a:spLocks noGrp="1"/>
          </p:cNvSpPr>
          <p:nvPr>
            <p:ph type="dt" sz="half" idx="10"/>
          </p:nvPr>
        </p:nvSpPr>
        <p:spPr>
          <a:xfrm>
            <a:off x="301752" y="210114"/>
            <a:ext cx="1759288" cy="365760"/>
          </a:xfrm>
        </p:spPr>
        <p:txBody>
          <a:bodyPr anchor="ctr">
            <a:normAutofit/>
          </a:bodyPr>
          <a:lstStyle/>
          <a:p>
            <a:pPr>
              <a:spcAft>
                <a:spcPts val="600"/>
              </a:spcAft>
            </a:pPr>
            <a:fld id="{7DA2CEDE-2AB4-4FB8-9551-E0AA4222B1A3}" type="datetime1">
              <a:rPr lang="en-US" smtClean="0"/>
              <a:pPr>
                <a:spcAft>
                  <a:spcPts val="600"/>
                </a:spcAft>
              </a:pPr>
              <a:t/>
            </a:fld>
            <a:endParaRPr lang="en-US"/>
          </a:p>
        </p:txBody>
      </p:sp>
      <p:sp>
        <p:nvSpPr>
          <p:cNvPr id="6" name="Footer Placeholder 5">
            <a:extLst>
              <a:ext uri="{FF2B5EF4-FFF2-40B4-BE49-F238E27FC236}">
                <a16:creationId xmlns:a16="http://schemas.microsoft.com/office/drawing/2014/main" id="{478E651D-C4E0-F0F7-234C-E67B1CDDEA7F}"/>
              </a:ext>
            </a:extLst>
          </p:cNvPr>
          <p:cNvSpPr>
            <a:spLocks noGrp="1"/>
          </p:cNvSpPr>
          <p:nvPr>
            <p:ph type="ftr" sz="quarter" idx="11"/>
          </p:nvPr>
        </p:nvSpPr>
        <p:spPr>
          <a:xfrm>
            <a:off x="7622485" y="210114"/>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04355CB5-C1DA-3AE2-E4C8-73AB009AA4E2}"/>
              </a:ext>
            </a:extLst>
          </p:cNvPr>
          <p:cNvSpPr>
            <a:spLocks noGrp="1"/>
          </p:cNvSpPr>
          <p:nvPr>
            <p:ph type="sldNum" sz="quarter" idx="12"/>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
            </a:fld>
            <a:endParaRPr lang="en-US"/>
          </a:p>
        </p:txBody>
      </p:sp>
    </p:spTree>
    <p:extLst>
      <p:ext uri="{BB962C8B-B14F-4D97-AF65-F5344CB8AC3E}">
        <p14:creationId xmlns:p14="http://schemas.microsoft.com/office/powerpoint/2010/main" val="1603605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F_DFC437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6729B-5BDD-40DA-5DC3-A705D4E44B14}"/>
              </a:ext>
            </a:extLst>
          </p:cNvPr>
          <p:cNvSpPr>
            <a:spLocks noGrp="1"/>
          </p:cNvSpPr>
          <p:nvPr>
            <p:ph type="title"/>
          </p:nvPr>
        </p:nvSpPr>
        <p:spPr>
          <a:xfrm>
            <a:off x="5210016" y="957435"/>
            <a:ext cx="6400800" cy="885847"/>
          </a:xfrm>
        </p:spPr>
        <p:txBody>
          <a:bodyPr anchor="b">
            <a:normAutofit/>
          </a:bodyPr>
          <a:lstStyle/>
          <a:p>
            <a:r>
              <a:rPr lang="en-US"/>
              <a:t>Practical OOP Example</a:t>
            </a:r>
          </a:p>
        </p:txBody>
      </p:sp>
      <p:pic>
        <p:nvPicPr>
          <p:cNvPr id="8" name="Content Placeholder 7" descr="a programmer is debugging his code (code is mirrored horizontally)&#10;&#10;view more similar files:&#10;[url=search/portfolio/248175/?facets={%2235%22:%5B%22technology%22,%22OR%20computer%22,%22OR%20camera%22,%22OR%20internet%22%5D,%229%22:0,%2230%22:%22100%22}][img]http://www.photonullplus.de/misc/istock/istock-thumb-tech.jpg[/img][/url] [url=search/portfolio/248175/?facets={%2235%22:%5B%22job%22,%22OR%20work%22,%22OR%20messenger%22%5D,%229%22:0,%2230%22:%22100%22}][img]http://www.photonullplus.de/misc/istock/istock-thumb-jobs.jpg[/img][/url]&#10;&#10;[url=file_closeup.php?id=9924417][img]file_thumbview_approve.php?size=1&amp;id=9924417[/img][/url] [url=file_closeup.php?id=9880384][img]file_thumbview_approve.php?size=1&amp;id=9880384[/img][/url] [url=file_closeup.php?id=9880369][img]file_thumbview_approve.php?size=1&amp;id=9880369[/img][/url] [url=file_closeup.php?id=9880343][img]file_thumbview_approve.php?size=1&amp;id=9880343[/img][/url] [url=file_closeup.php?id=9880317][img]file_thumbview_approve.php?size=1&amp;id=9880317[/img][/url] [url=file_closeup.php?id=9422617][img]file_thumbview_approve.php?size=1&amp;id=9422617[/img][/url] [url=file_closeup.php?id=9422623][img]file_thumbview_approve.php?size=1&amp;id=9422623[/img][/url] [url=file_closeup.php?id=16508469][img]file_thumbview_approve.php?size=1&amp;id=16508469[/img][/url] [url=file_closeup.php?id=16863859][img]file_thumbview_approve.php?size=1&amp;id=16863859[/img][/url] [url=file_closeup.php?id=16863845][img]file_thumbview_approve.php?size=1&amp;id=16863845[/img][/url] [url=file_closeup.php?id=17323807][img]file_thumbview_approve.php?size=1&amp;id=17323807[/img][/url] [url=file_closeup.php?id=17323693][img]file_thumbview_approve.php?size=1&amp;id=17323693[/img][/url] [url=file_closeup.php?id=18279006][img]file_thumbview_approve.php?size=1&amp;id=18279006[/img][/url] [url=file_closeup.php?id=18279019][img]file_thumbview_approve.php?size=1&amp;id=18279019[/img][/url]">
            <a:extLst>
              <a:ext uri="{FF2B5EF4-FFF2-40B4-BE49-F238E27FC236}">
                <a16:creationId xmlns:a16="http://schemas.microsoft.com/office/drawing/2014/main" id="{1B54D7BE-ABBE-450C-90A3-7F2F4EF08076}"/>
              </a:ext>
            </a:extLst>
          </p:cNvPr>
          <p:cNvPicPr>
            <a:picLocks noGrp="1" noChangeAspect="1"/>
          </p:cNvPicPr>
          <p:nvPr>
            <p:ph type="pic" sz="quarter" idx="15"/>
          </p:nvPr>
        </p:nvPicPr>
        <p:blipFill>
          <a:blip r:embed="rId3"/>
          <a:srcRect l="42512" r="11760" b="-1"/>
          <a:stretch>
            <a:fillRect/>
          </a:stretch>
        </p:blipFill>
        <p:spPr>
          <a:xfrm>
            <a:off x="2" y="10"/>
            <a:ext cx="4698090" cy="6857991"/>
          </a:xfrm>
        </p:spPr>
      </p:pic>
      <p:sp>
        <p:nvSpPr>
          <p:cNvPr id="3" name="Date Placeholder 2">
            <a:extLst>
              <a:ext uri="{FF2B5EF4-FFF2-40B4-BE49-F238E27FC236}">
                <a16:creationId xmlns:a16="http://schemas.microsoft.com/office/drawing/2014/main" id="{5CBBDBB1-D5E3-7B3B-4243-E79E98AF0FB5}"/>
              </a:ext>
            </a:extLst>
          </p:cNvPr>
          <p:cNvSpPr>
            <a:spLocks noGrp="1"/>
          </p:cNvSpPr>
          <p:nvPr>
            <p:ph type="dt" sz="half" idx="16"/>
          </p:nvPr>
        </p:nvSpPr>
        <p:spPr>
          <a:xfrm>
            <a:off x="5213149" y="212239"/>
            <a:ext cx="2208276" cy="365760"/>
          </a:xfrm>
        </p:spPr>
        <p:txBody>
          <a:bodyPr anchor="ctr">
            <a:normAutofit/>
          </a:bodyPr>
          <a:lstStyle/>
          <a:p>
            <a:pPr>
              <a:spcAft>
                <a:spcPts val="600"/>
              </a:spcAft>
            </a:pPr>
            <a:fld id="{7B01CFC0-D171-4F9D-A610-2F47C1080058}" type="datetime1">
              <a:rPr lang="en-US" smtClean="0"/>
              <a:pPr>
                <a:spcAft>
                  <a:spcPts val="600"/>
                </a:spcAft>
              </a:pPr>
              <a:t/>
            </a:fld>
            <a:endParaRPr lang="en-US"/>
          </a:p>
        </p:txBody>
      </p:sp>
      <p:sp>
        <p:nvSpPr>
          <p:cNvPr id="4" name="Footer Placeholder 3">
            <a:extLst>
              <a:ext uri="{FF2B5EF4-FFF2-40B4-BE49-F238E27FC236}">
                <a16:creationId xmlns:a16="http://schemas.microsoft.com/office/drawing/2014/main" id="{32B4BEED-CBA9-2B0B-3214-CACD596479BA}"/>
              </a:ext>
            </a:extLst>
          </p:cNvPr>
          <p:cNvSpPr>
            <a:spLocks noGrp="1"/>
          </p:cNvSpPr>
          <p:nvPr>
            <p:ph type="ftr" sz="quarter" idx="17"/>
          </p:nvPr>
        </p:nvSpPr>
        <p:spPr>
          <a:xfrm>
            <a:off x="7619999" y="210114"/>
            <a:ext cx="2297151"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A09C7384-0A8F-8153-6CF2-BC000DBA08F2}"/>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
            </a:fld>
            <a:endParaRPr lang="en-US"/>
          </a:p>
        </p:txBody>
      </p:sp>
      <p:sp>
        <p:nvSpPr>
          <p:cNvPr id="7" name="Content Placeholder 6">
            <a:extLst>
              <a:ext uri="{FF2B5EF4-FFF2-40B4-BE49-F238E27FC236}">
                <a16:creationId xmlns:a16="http://schemas.microsoft.com/office/drawing/2014/main" id="{BB613CE4-7D3E-252D-4BB2-D1C98D88C45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0016" y="2054715"/>
            <a:ext cx="6400800" cy="4502965"/>
          </a:xfrm>
        </p:spPr>
        <p:txBody>
          <a:bodyPr>
            <a:normAutofit/>
          </a:bodyPr>
          <a:lstStyle/>
          <a:p>
            <a:pPr marL="0" lvl="0" indent="0">
              <a:spcBef>
                <a:spcPts val="2500"/>
              </a:spcBef>
              <a:buFont typeface="Arial" panose="020B0604020202020204" pitchFamily="34" charset="0"/>
              <a:buNone/>
            </a:pPr>
            <a:r>
              <a:rPr lang="en-US" b="1"/>
              <a:t>Base Class Shared Behavior</a:t>
            </a:r>
          </a:p>
          <a:p>
            <a:pPr marL="0" lvl="1" indent="0">
              <a:buFont typeface="Arial" panose="020B0604020202020204" pitchFamily="34" charset="0"/>
              <a:buNone/>
            </a:pPr>
            <a:r>
              <a:rPr lang="en-US"/>
              <a:t>The base class defines common behaviors shared across subclasses to promote code reuse and consistency.</a:t>
            </a:r>
          </a:p>
          <a:p>
            <a:pPr marL="0" lvl="0" indent="0">
              <a:spcBef>
                <a:spcPts val="2500"/>
              </a:spcBef>
              <a:buFont typeface="Arial" panose="020B0604020202020204" pitchFamily="34" charset="0"/>
              <a:buNone/>
            </a:pPr>
            <a:r>
              <a:rPr lang="en-US" b="1"/>
              <a:t>Inheritance and Polymorphism</a:t>
            </a:r>
          </a:p>
          <a:p>
            <a:pPr marL="0" lvl="1" indent="0">
              <a:buFont typeface="Arial" panose="020B0604020202020204" pitchFamily="34" charset="0"/>
              <a:buNone/>
            </a:pPr>
            <a:r>
              <a:rPr lang="en-US"/>
              <a:t>Inheritance allows subclasses to extend base class behavior while polymorphism enables flexible method implementation.</a:t>
            </a:r>
          </a:p>
          <a:p>
            <a:pPr marL="0" lvl="0" indent="0">
              <a:spcBef>
                <a:spcPts val="2500"/>
              </a:spcBef>
              <a:buFont typeface="Arial" panose="020B0604020202020204" pitchFamily="34" charset="0"/>
              <a:buNone/>
            </a:pPr>
            <a:r>
              <a:rPr lang="en-US" b="1"/>
              <a:t>Organizational Structure Modeling</a:t>
            </a:r>
          </a:p>
          <a:p>
            <a:pPr marL="0" lvl="1" indent="0">
              <a:buFont typeface="Arial" panose="020B0604020202020204" pitchFamily="34" charset="0"/>
              <a:buNone/>
            </a:pPr>
            <a:r>
              <a:rPr lang="en-US"/>
              <a:t>OOP designs mirror real-world organizational structures, making code intuitive and adaptable to changes.</a:t>
            </a:r>
          </a:p>
          <a:p>
            <a:pPr marL="0" lvl="0" indent="0">
              <a:spcBef>
                <a:spcPts val="2500"/>
              </a:spcBef>
              <a:buFont typeface="Arial" panose="020B0604020202020204" pitchFamily="34" charset="0"/>
              <a:buNone/>
            </a:pPr>
            <a:r>
              <a:rPr lang="en-US" b="1"/>
              <a:t>Readability and Clarity</a:t>
            </a:r>
          </a:p>
          <a:p>
            <a:pPr marL="0" lvl="1" indent="0">
              <a:buFont typeface="Arial" panose="020B0604020202020204" pitchFamily="34" charset="0"/>
              <a:buNone/>
            </a:pPr>
            <a:r>
              <a:rPr lang="en-US"/>
              <a:t>Well-designed OOP code ensures readability and clarity for ease of understanding by all developers.</a:t>
            </a:r>
          </a:p>
        </p:txBody>
      </p:sp>
    </p:spTree>
    <p:extLst>
      <p:ext uri="{BB962C8B-B14F-4D97-AF65-F5344CB8AC3E}">
        <p14:creationId xmlns:p14="http://schemas.microsoft.com/office/powerpoint/2010/main" val="37541783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_A01_11BA375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A0091C-4AB1-ACED-608C-79ACF5683750}"/>
              </a:ext>
            </a:extLst>
          </p:cNvPr>
          <p:cNvSpPr>
            <a:spLocks noGrp="1"/>
          </p:cNvSpPr>
          <p:nvPr>
            <p:ph type="title"/>
          </p:nvPr>
        </p:nvSpPr>
        <p:spPr>
          <a:xfrm>
            <a:off x="274320" y="388704"/>
            <a:ext cx="9509760" cy="4297679"/>
          </a:xfrm>
        </p:spPr>
        <p:txBody>
          <a:bodyPr anchor="t">
            <a:normAutofit/>
          </a:bodyPr>
          <a:lstStyle/>
          <a:p>
            <a:r>
              <a:rPr lang="en-US"/>
              <a:t>Introduction to Object-Oriented Programming (OOP) in Python</a:t>
            </a:r>
          </a:p>
        </p:txBody>
      </p:sp>
      <p:sp>
        <p:nvSpPr>
          <p:cNvPr id="4" name="Subtitle 3">
            <a:extLst>
              <a:ext uri="{FF2B5EF4-FFF2-40B4-BE49-F238E27FC236}">
                <a16:creationId xmlns:a16="http://schemas.microsoft.com/office/drawing/2014/main" id="{DACB62C9-0AEA-D134-40DD-A5054A670F3B}"/>
              </a:ext>
            </a:extLst>
          </p:cNvPr>
          <p:cNvSpPr>
            <a:spLocks noGrp="1"/>
          </p:cNvSpPr>
          <p:nvPr>
            <p:ph type="subTitle" idx="1"/>
          </p:nvPr>
        </p:nvSpPr>
        <p:spPr>
          <a:xfrm>
            <a:off x="301751" y="5486399"/>
            <a:ext cx="6951553" cy="726128"/>
          </a:xfrm>
        </p:spPr>
        <p:txBody>
          <a:bodyPr anchor="t">
            <a:normAutofit/>
          </a:bodyPr>
          <a:lstStyle/>
          <a:p>
            <a:r>
              <a:rPr lang="en-US"/>
              <a:t>Fundamentals of classes, objects, and programming design</a:t>
            </a:r>
          </a:p>
        </p:txBody>
      </p:sp>
      <p:sp>
        <p:nvSpPr>
          <p:cNvPr id="5" name="Date Placeholder 4">
            <a:extLst>
              <a:ext uri="{FF2B5EF4-FFF2-40B4-BE49-F238E27FC236}">
                <a16:creationId xmlns:a16="http://schemas.microsoft.com/office/drawing/2014/main" id="{024E5D00-439D-187C-C591-9C21B0027541}"/>
              </a:ext>
            </a:extLst>
          </p:cNvPr>
          <p:cNvSpPr>
            <a:spLocks noGrp="1"/>
          </p:cNvSpPr>
          <p:nvPr>
            <p:ph type="dt" sz="half" idx="10"/>
          </p:nvPr>
        </p:nvSpPr>
        <p:spPr>
          <a:xfrm>
            <a:off x="301752" y="6304985"/>
            <a:ext cx="2218156" cy="365760"/>
          </a:xfrm>
        </p:spPr>
        <p:txBody>
          <a:bodyPr anchor="ctr">
            <a:normAutofit/>
          </a:bodyPr>
          <a:lstStyle/>
          <a:p>
            <a:pPr>
              <a:spcAft>
                <a:spcPts val="600"/>
              </a:spcAft>
            </a:pPr>
            <a:fld id="{7DA2CEDE-2AB4-4FB8-9551-E0AA4222B1A3}" type="datetime1">
              <a:rPr lang="en-US" smtClean="0"/>
              <a:pPr>
                <a:spcAft>
                  <a:spcPts val="600"/>
                </a:spcAft>
              </a:pPr>
              <a:t/>
            </a:fld>
            <a:endParaRPr lang="en-US"/>
          </a:p>
        </p:txBody>
      </p:sp>
      <p:sp>
        <p:nvSpPr>
          <p:cNvPr id="6" name="Footer Placeholder 5">
            <a:extLst>
              <a:ext uri="{FF2B5EF4-FFF2-40B4-BE49-F238E27FC236}">
                <a16:creationId xmlns:a16="http://schemas.microsoft.com/office/drawing/2014/main" id="{1FC2A519-E52A-58ED-D3F2-F18C7833BACA}"/>
              </a:ext>
            </a:extLst>
          </p:cNvPr>
          <p:cNvSpPr>
            <a:spLocks noGrp="1"/>
          </p:cNvSpPr>
          <p:nvPr>
            <p:ph type="ftr" sz="quarter" idx="11"/>
          </p:nvPr>
        </p:nvSpPr>
        <p:spPr>
          <a:xfrm>
            <a:off x="7622485" y="6304985"/>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DE4B8DA0-E36C-1C16-FADE-A424A78A1370}"/>
              </a:ext>
            </a:extLst>
          </p:cNvPr>
          <p:cNvSpPr>
            <a:spLocks noGrp="1"/>
          </p:cNvSpPr>
          <p:nvPr>
            <p:ph type="sldNum" sz="quarter" idx="12"/>
          </p:nvPr>
        </p:nvSpPr>
        <p:spPr>
          <a:xfrm>
            <a:off x="11407526" y="6304985"/>
            <a:ext cx="493776" cy="365760"/>
          </a:xfrm>
        </p:spPr>
        <p:txBody>
          <a:bodyPr anchor="ctr">
            <a:normAutofit/>
          </a:bodyPr>
          <a:lstStyle/>
          <a:p>
            <a:pPr>
              <a:spcAft>
                <a:spcPts val="600"/>
              </a:spcAft>
            </a:pPr>
            <a:fld id="{5E0677F5-4A8A-4BF1-96BE-3BAE8FBAFE2E}" type="slidenum">
              <a:rPr lang="en-US" smtClean="0"/>
              <a:pPr>
                <a:spcAft>
                  <a:spcPts val="600"/>
                </a:spcAft>
              </a:pPr>
              <a:t/>
            </a:fld>
            <a:endParaRPr lang="en-US"/>
          </a:p>
        </p:txBody>
      </p:sp>
    </p:spTree>
    <p:extLst>
      <p:ext uri="{BB962C8B-B14F-4D97-AF65-F5344CB8AC3E}">
        <p14:creationId xmlns:p14="http://schemas.microsoft.com/office/powerpoint/2010/main" val="297416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700"/>
                                        <p:tgtEl>
                                          <p:spTgt spid="4">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build="p"/>
      <p:bldP spid="4" grpId="1"/>
    </p:bldLst>
  </p:timing>
</p:sld>
</file>

<file path=ppt/slides/slide_A02_C41E6B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54DF0F0-834A-CF61-8582-0AE6D254AAA1}"/>
              </a:ext>
            </a:extLst>
          </p:cNvPr>
          <p:cNvSpPr>
            <a:spLocks noGrp="1"/>
          </p:cNvSpPr>
          <p:nvPr>
            <p:ph type="title"/>
          </p:nvPr>
        </p:nvSpPr>
        <p:spPr>
          <a:xfrm>
            <a:off x="3018499" y="952500"/>
            <a:ext cx="8887299" cy="5636798"/>
          </a:xfrm>
        </p:spPr>
        <p:txBody>
          <a:bodyPr anchor="b">
            <a:normAutofit/>
          </a:bodyPr>
          <a:lstStyle/>
          <a:p>
            <a:r>
              <a:rPr lang="en-US"/>
              <a:t>Foundations of Object-Oriented Programming</a:t>
            </a:r>
          </a:p>
        </p:txBody>
      </p:sp>
      <p:sp>
        <p:nvSpPr>
          <p:cNvPr id="5" name="Date Placeholder 4">
            <a:extLst>
              <a:ext uri="{FF2B5EF4-FFF2-40B4-BE49-F238E27FC236}">
                <a16:creationId xmlns:a16="http://schemas.microsoft.com/office/drawing/2014/main" id="{92BF12F7-4CBA-BA7F-9232-05AE7C162764}"/>
              </a:ext>
            </a:extLst>
          </p:cNvPr>
          <p:cNvSpPr>
            <a:spLocks noGrp="1"/>
          </p:cNvSpPr>
          <p:nvPr>
            <p:ph type="dt" sz="half" idx="10"/>
          </p:nvPr>
        </p:nvSpPr>
        <p:spPr>
          <a:xfrm>
            <a:off x="301752" y="210114"/>
            <a:ext cx="1759288" cy="365760"/>
          </a:xfrm>
        </p:spPr>
        <p:txBody>
          <a:bodyPr anchor="ctr">
            <a:normAutofit/>
          </a:bodyPr>
          <a:lstStyle/>
          <a:p>
            <a:pPr>
              <a:spcAft>
                <a:spcPts val="600"/>
              </a:spcAft>
            </a:pPr>
            <a:fld id="{7DA2CEDE-2AB4-4FB8-9551-E0AA4222B1A3}" type="datetime1">
              <a:rPr lang="en-US" smtClean="0"/>
              <a:pPr>
                <a:spcAft>
                  <a:spcPts val="600"/>
                </a:spcAft>
              </a:pPr>
              <a:t/>
            </a:fld>
            <a:endParaRPr lang="en-US"/>
          </a:p>
        </p:txBody>
      </p:sp>
      <p:sp>
        <p:nvSpPr>
          <p:cNvPr id="6" name="Footer Placeholder 5">
            <a:extLst>
              <a:ext uri="{FF2B5EF4-FFF2-40B4-BE49-F238E27FC236}">
                <a16:creationId xmlns:a16="http://schemas.microsoft.com/office/drawing/2014/main" id="{FAB57DE8-1B14-02CC-11E5-8F4378C6B86E}"/>
              </a:ext>
            </a:extLst>
          </p:cNvPr>
          <p:cNvSpPr>
            <a:spLocks noGrp="1"/>
          </p:cNvSpPr>
          <p:nvPr>
            <p:ph type="ftr" sz="quarter" idx="11"/>
          </p:nvPr>
        </p:nvSpPr>
        <p:spPr>
          <a:xfrm>
            <a:off x="7622485" y="210114"/>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D61D13BF-75F0-2B0D-F2BF-9319058CFF7F}"/>
              </a:ext>
            </a:extLst>
          </p:cNvPr>
          <p:cNvSpPr>
            <a:spLocks noGrp="1"/>
          </p:cNvSpPr>
          <p:nvPr>
            <p:ph type="sldNum" sz="quarter" idx="12"/>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
            </a:fld>
            <a:endParaRPr lang="en-US"/>
          </a:p>
        </p:txBody>
      </p:sp>
    </p:spTree>
    <p:extLst>
      <p:ext uri="{BB962C8B-B14F-4D97-AF65-F5344CB8AC3E}">
        <p14:creationId xmlns:p14="http://schemas.microsoft.com/office/powerpoint/2010/main" val="32903279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3_9AC3669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DC69D-9FFD-DE29-8335-D17C585E7718}"/>
              </a:ext>
            </a:extLst>
          </p:cNvPr>
          <p:cNvSpPr>
            <a:spLocks noGrp="1"/>
          </p:cNvSpPr>
          <p:nvPr>
            <p:ph type="title"/>
          </p:nvPr>
        </p:nvSpPr>
        <p:spPr>
          <a:xfrm>
            <a:off x="5210016" y="957435"/>
            <a:ext cx="6400800" cy="885847"/>
          </a:xfrm>
        </p:spPr>
        <p:txBody>
          <a:bodyPr anchor="b">
            <a:normAutofit/>
          </a:bodyPr>
          <a:lstStyle/>
          <a:p>
            <a:r>
              <a:rPr lang="en-US"/>
              <a:t>Introduction and Learning Goals</a:t>
            </a:r>
          </a:p>
        </p:txBody>
      </p:sp>
      <p:pic>
        <p:nvPicPr>
          <p:cNvPr id="8" name="Content Placeholder 7" descr="digital technology concept">
            <a:extLst>
              <a:ext uri="{FF2B5EF4-FFF2-40B4-BE49-F238E27FC236}">
                <a16:creationId xmlns:a16="http://schemas.microsoft.com/office/drawing/2014/main" id="{FD18E464-154E-4536-B78D-AAAED316EDA5}"/>
              </a:ext>
            </a:extLst>
          </p:cNvPr>
          <p:cNvPicPr>
            <a:picLocks noGrp="1" noChangeAspect="1"/>
          </p:cNvPicPr>
          <p:nvPr>
            <p:ph type="pic" sz="quarter" idx="15"/>
          </p:nvPr>
        </p:nvPicPr>
        <p:blipFill>
          <a:blip r:embed="rId3"/>
          <a:srcRect l="44088" r="17378"/>
          <a:stretch>
            <a:fillRect/>
          </a:stretch>
        </p:blipFill>
        <p:spPr>
          <a:xfrm>
            <a:off x="2" y="10"/>
            <a:ext cx="4698090" cy="6857991"/>
          </a:xfrm>
        </p:spPr>
      </p:pic>
      <p:sp>
        <p:nvSpPr>
          <p:cNvPr id="3" name="Date Placeholder 2">
            <a:extLst>
              <a:ext uri="{FF2B5EF4-FFF2-40B4-BE49-F238E27FC236}">
                <a16:creationId xmlns:a16="http://schemas.microsoft.com/office/drawing/2014/main" id="{9FD3302E-F8EA-A1E3-10F5-CB46CF1A8E7C}"/>
              </a:ext>
            </a:extLst>
          </p:cNvPr>
          <p:cNvSpPr>
            <a:spLocks noGrp="1"/>
          </p:cNvSpPr>
          <p:nvPr>
            <p:ph type="dt" sz="half" idx="16"/>
          </p:nvPr>
        </p:nvSpPr>
        <p:spPr>
          <a:xfrm>
            <a:off x="5213149" y="212239"/>
            <a:ext cx="2208276" cy="365760"/>
          </a:xfrm>
        </p:spPr>
        <p:txBody>
          <a:bodyPr anchor="ctr">
            <a:normAutofit/>
          </a:bodyPr>
          <a:lstStyle/>
          <a:p>
            <a:pPr>
              <a:spcAft>
                <a:spcPts val="600"/>
              </a:spcAft>
            </a:pPr>
            <a:fld id="{7B01CFC0-D171-4F9D-A610-2F47C1080058}" type="datetime1">
              <a:rPr lang="en-US" smtClean="0"/>
              <a:pPr>
                <a:spcAft>
                  <a:spcPts val="600"/>
                </a:spcAft>
              </a:pPr>
              <a:t/>
            </a:fld>
            <a:endParaRPr lang="en-US"/>
          </a:p>
        </p:txBody>
      </p:sp>
      <p:sp>
        <p:nvSpPr>
          <p:cNvPr id="4" name="Footer Placeholder 3">
            <a:extLst>
              <a:ext uri="{FF2B5EF4-FFF2-40B4-BE49-F238E27FC236}">
                <a16:creationId xmlns:a16="http://schemas.microsoft.com/office/drawing/2014/main" id="{E094D788-3300-DD9A-A498-CFC25172F634}"/>
              </a:ext>
            </a:extLst>
          </p:cNvPr>
          <p:cNvSpPr>
            <a:spLocks noGrp="1"/>
          </p:cNvSpPr>
          <p:nvPr>
            <p:ph type="ftr" sz="quarter" idx="17"/>
          </p:nvPr>
        </p:nvSpPr>
        <p:spPr>
          <a:xfrm>
            <a:off x="7619999" y="210114"/>
            <a:ext cx="2297151"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5558C760-656A-E389-23D2-F6102FF29F15}"/>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
            </a:fld>
            <a:endParaRPr lang="en-US"/>
          </a:p>
        </p:txBody>
      </p:sp>
      <p:sp>
        <p:nvSpPr>
          <p:cNvPr id="7" name="Content Placeholder 6">
            <a:extLst>
              <a:ext uri="{FF2B5EF4-FFF2-40B4-BE49-F238E27FC236}">
                <a16:creationId xmlns:a16="http://schemas.microsoft.com/office/drawing/2014/main" id="{90CB2E3E-3E99-54D7-FD4C-6DEE142BE8B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0016" y="2054715"/>
            <a:ext cx="6400800" cy="4502965"/>
          </a:xfrm>
        </p:spPr>
        <p:txBody>
          <a:bodyPr>
            <a:normAutofit/>
          </a:bodyPr>
          <a:lstStyle/>
          <a:p>
            <a:pPr marL="0" lvl="0" indent="0">
              <a:spcBef>
                <a:spcPts val="2500"/>
              </a:spcBef>
              <a:buFont typeface="Arial" panose="020B0604020202020204" pitchFamily="34" charset="0"/>
              <a:buNone/>
            </a:pPr>
            <a:r>
              <a:rPr lang="en-US" b="1"/>
              <a:t>Purpose of OOP</a:t>
            </a:r>
          </a:p>
          <a:p>
            <a:pPr marL="0" lvl="1" indent="0">
              <a:buFont typeface="Arial" panose="020B0604020202020204" pitchFamily="34" charset="0"/>
              <a:buNone/>
            </a:pPr>
            <a:r>
              <a:rPr lang="en-US"/>
              <a:t>OOP helps manage growing software complexity with clearer, maintainable, and scalable code structures.</a:t>
            </a:r>
          </a:p>
          <a:p>
            <a:pPr marL="0" lvl="0" indent="0">
              <a:spcBef>
                <a:spcPts val="2500"/>
              </a:spcBef>
              <a:buFont typeface="Arial" panose="020B0604020202020204" pitchFamily="34" charset="0"/>
              <a:buNone/>
            </a:pPr>
            <a:r>
              <a:rPr lang="en-US" b="1"/>
              <a:t>Core OOP Concepts</a:t>
            </a:r>
          </a:p>
          <a:p>
            <a:pPr marL="0" lvl="1" indent="0">
              <a:buFont typeface="Arial" panose="020B0604020202020204" pitchFamily="34" charset="0"/>
              <a:buNone/>
            </a:pPr>
            <a:r>
              <a:rPr lang="en-US"/>
              <a:t>Introducing classes, objects, attributes, and methods which map naturally to real-world entities.</a:t>
            </a:r>
          </a:p>
          <a:p>
            <a:pPr marL="0" lvl="0" indent="0">
              <a:spcBef>
                <a:spcPts val="2500"/>
              </a:spcBef>
              <a:buFont typeface="Arial" panose="020B0604020202020204" pitchFamily="34" charset="0"/>
              <a:buNone/>
            </a:pPr>
            <a:r>
              <a:rPr lang="en-US" b="1"/>
              <a:t>Advanced OOP Ideas</a:t>
            </a:r>
          </a:p>
          <a:p>
            <a:pPr marL="0" lvl="1" indent="0">
              <a:buFont typeface="Arial" panose="020B0604020202020204" pitchFamily="34" charset="0"/>
              <a:buNone/>
            </a:pPr>
            <a:r>
              <a:rPr lang="en-US"/>
              <a:t>Encapsulation, inheritance, and polymorphism are practical tools used in Python development.</a:t>
            </a:r>
          </a:p>
          <a:p>
            <a:pPr marL="0" lvl="0" indent="0">
              <a:spcBef>
                <a:spcPts val="2500"/>
              </a:spcBef>
              <a:buFont typeface="Arial" panose="020B0604020202020204" pitchFamily="34" charset="0"/>
              <a:buNone/>
            </a:pPr>
            <a:r>
              <a:rPr lang="en-US" b="1"/>
              <a:t>Learning Outcomes</a:t>
            </a:r>
          </a:p>
          <a:p>
            <a:pPr marL="0" lvl="1" indent="0">
              <a:buFont typeface="Arial" panose="020B0604020202020204" pitchFamily="34" charset="0"/>
              <a:buNone/>
            </a:pPr>
            <a:r>
              <a:rPr lang="en-US"/>
              <a:t>Participants will read OOP Python code, create classes, and discern when to use OOP or simpler code.</a:t>
            </a:r>
          </a:p>
        </p:txBody>
      </p:sp>
    </p:spTree>
    <p:extLst>
      <p:ext uri="{BB962C8B-B14F-4D97-AF65-F5344CB8AC3E}">
        <p14:creationId xmlns:p14="http://schemas.microsoft.com/office/powerpoint/2010/main" val="25964970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_A04_107C429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2B84A-BEDB-A470-E54A-F2EACBF7E266}"/>
              </a:ext>
            </a:extLst>
          </p:cNvPr>
          <p:cNvSpPr>
            <a:spLocks noGrp="1"/>
          </p:cNvSpPr>
          <p:nvPr>
            <p:ph type="title"/>
          </p:nvPr>
        </p:nvSpPr>
        <p:spPr>
          <a:xfrm>
            <a:off x="301752" y="1010934"/>
            <a:ext cx="3507418" cy="1398494"/>
          </a:xfrm>
        </p:spPr>
        <p:txBody>
          <a:bodyPr anchor="t">
            <a:normAutofit/>
          </a:bodyPr>
          <a:lstStyle/>
          <a:p>
            <a:r>
              <a:rPr lang="en-US"/>
              <a:t>Why OOP?</a:t>
            </a:r>
          </a:p>
        </p:txBody>
      </p:sp>
      <p:sp>
        <p:nvSpPr>
          <p:cNvPr id="3" name="Date Placeholder 2">
            <a:extLst>
              <a:ext uri="{FF2B5EF4-FFF2-40B4-BE49-F238E27FC236}">
                <a16:creationId xmlns:a16="http://schemas.microsoft.com/office/drawing/2014/main" id="{ADCAE1B2-937B-260B-F896-58EF4E5959B4}"/>
              </a:ext>
            </a:extLst>
          </p:cNvPr>
          <p:cNvSpPr>
            <a:spLocks noGrp="1"/>
          </p:cNvSpPr>
          <p:nvPr>
            <p:ph type="dt" sz="half" idx="14"/>
          </p:nvPr>
        </p:nvSpPr>
        <p:spPr>
          <a:xfrm>
            <a:off x="301752" y="210114"/>
            <a:ext cx="1759288" cy="365760"/>
          </a:xfrm>
        </p:spPr>
        <p:txBody>
          <a:bodyPr anchor="ctr">
            <a:normAutofit/>
          </a:bodyPr>
          <a:lstStyle/>
          <a:p>
            <a:pPr>
              <a:spcAft>
                <a:spcPts val="600"/>
              </a:spcAft>
            </a:pPr>
            <a:fld id="{7B01CFC0-D171-4F9D-A610-2F47C1080058}" type="datetime1">
              <a:rPr lang="en-US" smtClean="0"/>
              <a:pPr>
                <a:spcAft>
                  <a:spcPts val="600"/>
                </a:spcAft>
              </a:pPr>
              <a:t/>
            </a:fld>
            <a:endParaRPr lang="en-US"/>
          </a:p>
        </p:txBody>
      </p:sp>
      <p:sp>
        <p:nvSpPr>
          <p:cNvPr id="4" name="Footer Placeholder 3">
            <a:extLst>
              <a:ext uri="{FF2B5EF4-FFF2-40B4-BE49-F238E27FC236}">
                <a16:creationId xmlns:a16="http://schemas.microsoft.com/office/drawing/2014/main" id="{1737EF35-3AF4-3040-7C43-CA5C5BE7B03B}"/>
              </a:ext>
            </a:extLst>
          </p:cNvPr>
          <p:cNvSpPr>
            <a:spLocks noGrp="1"/>
          </p:cNvSpPr>
          <p:nvPr>
            <p:ph type="ftr" sz="quarter" idx="15"/>
          </p:nvPr>
        </p:nvSpPr>
        <p:spPr>
          <a:xfrm>
            <a:off x="4932680" y="210114"/>
            <a:ext cx="2509284"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74F6F869-AEC1-55AB-101E-56A669CCED94}"/>
              </a:ext>
            </a:extLst>
          </p:cNvPr>
          <p:cNvSpPr>
            <a:spLocks noGrp="1"/>
          </p:cNvSpPr>
          <p:nvPr>
            <p:ph type="sldNum" sz="quarter" idx="16"/>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
            </a:fld>
            <a:endParaRPr lang="en-US"/>
          </a:p>
        </p:txBody>
      </p:sp>
      <p:pic>
        <p:nvPicPr>
          <p:cNvPr id="8" name="Content Placeholder 7" descr="The near future society in which new synthetic organisms are born along with advances in genetic engineering. Synthetic biology to step into unknown territory.">
            <a:extLst>
              <a:ext uri="{FF2B5EF4-FFF2-40B4-BE49-F238E27FC236}">
                <a16:creationId xmlns:a16="http://schemas.microsoft.com/office/drawing/2014/main" id="{8C286D29-B7C0-4D2D-917C-6C35C7F9EA49}"/>
              </a:ext>
            </a:extLst>
          </p:cNvPr>
          <p:cNvPicPr>
            <a:picLocks noGrp="1" noChangeAspect="1"/>
          </p:cNvPicPr>
          <p:nvPr>
            <p:ph type="pic" sz="quarter" idx="17"/>
          </p:nvPr>
        </p:nvPicPr>
        <p:blipFill>
          <a:blip r:embed="rId3"/>
          <a:stretch/>
        </p:blipFill>
        <p:spPr>
          <a:xfrm>
            <a:off x="451351" y="3390816"/>
            <a:ext cx="3357819" cy="2241344"/>
          </a:xfrm>
        </p:spPr>
      </p:pic>
      <p:sp>
        <p:nvSpPr>
          <p:cNvPr id="7" name="Content Placeholder 6">
            <a:extLst>
              <a:ext uri="{FF2B5EF4-FFF2-40B4-BE49-F238E27FC236}">
                <a16:creationId xmlns:a16="http://schemas.microsoft.com/office/drawing/2014/main" id="{746B1011-F6C6-F6CB-D8FD-3C1CC4CFC4DD}"/>
              </a:ext>
            </a:extLst>
          </p:cNvPr>
          <p:cNvSpPr>
            <a:spLocks noGrp="1"/>
          </p:cNvSpPr>
          <p:nvPr>
            <p:ph sz="quarter" idx="13"/>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32679" y="1010932"/>
            <a:ext cx="6492240" cy="5212080"/>
          </a:xfrm>
        </p:spPr>
        <p:txBody>
          <a:bodyPr>
            <a:normAutofit/>
          </a:bodyPr>
          <a:lstStyle/>
          <a:p>
            <a:pPr marL="0" lvl="0" indent="0">
              <a:spcBef>
                <a:spcPts val="2500"/>
              </a:spcBef>
              <a:buFont typeface="Arial" panose="020B0604020202020204" pitchFamily="34" charset="0"/>
              <a:buNone/>
            </a:pPr>
            <a:r>
              <a:rPr lang="en-US" b="1"/>
              <a:t>Simplifying Code Organization</a:t>
            </a:r>
          </a:p>
          <a:p>
            <a:pPr marL="0" lvl="1" indent="0">
              <a:buFont typeface="Arial" panose="020B0604020202020204" pitchFamily="34" charset="0"/>
              <a:buNone/>
            </a:pPr>
            <a:r>
              <a:rPr lang="en-US"/>
              <a:t>OOP groups data and functions together, making complex programs easier to understand and manage.</a:t>
            </a:r>
          </a:p>
          <a:p>
            <a:pPr marL="0" lvl="0" indent="0">
              <a:spcBef>
                <a:spcPts val="2500"/>
              </a:spcBef>
              <a:buFont typeface="Arial" panose="020B0604020202020204" pitchFamily="34" charset="0"/>
              <a:buNone/>
            </a:pPr>
            <a:r>
              <a:rPr lang="en-US" b="1"/>
              <a:t>Enhancing Reusability</a:t>
            </a:r>
          </a:p>
          <a:p>
            <a:pPr marL="0" lvl="1" indent="0">
              <a:buFont typeface="Arial" panose="020B0604020202020204" pitchFamily="34" charset="0"/>
              <a:buNone/>
            </a:pPr>
            <a:r>
              <a:rPr lang="en-US"/>
              <a:t>Well-designed classes can be reused across projects, saving development time and reducing bugs.</a:t>
            </a:r>
          </a:p>
          <a:p>
            <a:pPr marL="0" lvl="0" indent="0">
              <a:spcBef>
                <a:spcPts val="2500"/>
              </a:spcBef>
              <a:buFont typeface="Arial" panose="020B0604020202020204" pitchFamily="34" charset="0"/>
              <a:buNone/>
            </a:pPr>
            <a:r>
              <a:rPr lang="en-US" b="1"/>
              <a:t>Improving Maintainability</a:t>
            </a:r>
          </a:p>
          <a:p>
            <a:pPr marL="0" lvl="1" indent="0">
              <a:buFont typeface="Arial" panose="020B0604020202020204" pitchFamily="34" charset="0"/>
              <a:buNone/>
            </a:pPr>
            <a:r>
              <a:rPr lang="en-US"/>
              <a:t>Encapsulation localizes changes, minimizing the risk of affecting unrelated parts of the system.</a:t>
            </a:r>
          </a:p>
          <a:p>
            <a:pPr marL="0" lvl="0" indent="0">
              <a:spcBef>
                <a:spcPts val="2500"/>
              </a:spcBef>
              <a:buFont typeface="Arial" panose="020B0604020202020204" pitchFamily="34" charset="0"/>
              <a:buNone/>
            </a:pPr>
            <a:r>
              <a:rPr lang="en-US" b="1"/>
              <a:t>Supporting Scalability and Teamwork</a:t>
            </a:r>
          </a:p>
          <a:p>
            <a:pPr marL="0" lvl="1" indent="0">
              <a:buFont typeface="Arial" panose="020B0604020202020204" pitchFamily="34" charset="0"/>
              <a:buNone/>
            </a:pPr>
            <a:r>
              <a:rPr lang="en-US"/>
              <a:t>Clear object boundaries enable multiple developers to work simultaneously with fewer conflicts.</a:t>
            </a:r>
          </a:p>
        </p:txBody>
      </p:sp>
    </p:spTree>
    <p:extLst>
      <p:ext uri="{BB962C8B-B14F-4D97-AF65-F5344CB8AC3E}">
        <p14:creationId xmlns:p14="http://schemas.microsoft.com/office/powerpoint/2010/main" val="2765789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_A05_3F8A8F6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CAF32-1EAE-62B7-8AD2-289F9FA121F7}"/>
              </a:ext>
            </a:extLst>
          </p:cNvPr>
          <p:cNvSpPr>
            <a:spLocks noGrp="1"/>
          </p:cNvSpPr>
          <p:nvPr>
            <p:ph type="title"/>
          </p:nvPr>
        </p:nvSpPr>
        <p:spPr>
          <a:xfrm>
            <a:off x="5210016" y="957435"/>
            <a:ext cx="6400800" cy="885847"/>
          </a:xfrm>
        </p:spPr>
        <p:txBody>
          <a:bodyPr anchor="b">
            <a:normAutofit/>
          </a:bodyPr>
          <a:lstStyle/>
          <a:p>
            <a:r>
              <a:rPr lang="en-US"/>
              <a:t>Procedural Programming vs OOP</a:t>
            </a:r>
          </a:p>
        </p:txBody>
      </p:sp>
      <p:pic>
        <p:nvPicPr>
          <p:cNvPr id="8" name="Content Placeholder 7" descr="Colorful logo made of a bunch of vibrant 3D objects with blue, yellow, red and green colors. Isolated on white background with clipping path.">
            <a:extLst>
              <a:ext uri="{FF2B5EF4-FFF2-40B4-BE49-F238E27FC236}">
                <a16:creationId xmlns:a16="http://schemas.microsoft.com/office/drawing/2014/main" id="{76878730-6478-401C-B3CD-E29A5977E144}"/>
              </a:ext>
            </a:extLst>
          </p:cNvPr>
          <p:cNvPicPr>
            <a:picLocks noGrp="1" noChangeAspect="1"/>
          </p:cNvPicPr>
          <p:nvPr>
            <p:ph type="pic" sz="quarter" idx="15"/>
          </p:nvPr>
        </p:nvPicPr>
        <p:blipFill>
          <a:blip r:embed="rId3"/>
          <a:srcRect l="19657" r="18176" b="2"/>
          <a:stretch>
            <a:fillRect/>
          </a:stretch>
        </p:blipFill>
        <p:spPr>
          <a:xfrm>
            <a:off x="2" y="10"/>
            <a:ext cx="4698090" cy="6857991"/>
          </a:xfrm>
        </p:spPr>
      </p:pic>
      <p:sp>
        <p:nvSpPr>
          <p:cNvPr id="3" name="Date Placeholder 2">
            <a:extLst>
              <a:ext uri="{FF2B5EF4-FFF2-40B4-BE49-F238E27FC236}">
                <a16:creationId xmlns:a16="http://schemas.microsoft.com/office/drawing/2014/main" id="{AE0DDA48-4FC9-E8E7-8100-B1FF02D161B7}"/>
              </a:ext>
            </a:extLst>
          </p:cNvPr>
          <p:cNvSpPr>
            <a:spLocks noGrp="1"/>
          </p:cNvSpPr>
          <p:nvPr>
            <p:ph type="dt" sz="half" idx="16"/>
          </p:nvPr>
        </p:nvSpPr>
        <p:spPr>
          <a:xfrm>
            <a:off x="5213149" y="212239"/>
            <a:ext cx="2208276" cy="365760"/>
          </a:xfrm>
        </p:spPr>
        <p:txBody>
          <a:bodyPr anchor="ctr">
            <a:normAutofit/>
          </a:bodyPr>
          <a:lstStyle/>
          <a:p>
            <a:pPr>
              <a:spcAft>
                <a:spcPts val="600"/>
              </a:spcAft>
            </a:pPr>
            <a:fld id="{7B01CFC0-D171-4F9D-A610-2F47C1080058}" type="datetime1">
              <a:rPr lang="en-US" smtClean="0"/>
              <a:pPr>
                <a:spcAft>
                  <a:spcPts val="600"/>
                </a:spcAft>
              </a:pPr>
              <a:t/>
            </a:fld>
            <a:endParaRPr lang="en-US"/>
          </a:p>
        </p:txBody>
      </p:sp>
      <p:sp>
        <p:nvSpPr>
          <p:cNvPr id="4" name="Footer Placeholder 3">
            <a:extLst>
              <a:ext uri="{FF2B5EF4-FFF2-40B4-BE49-F238E27FC236}">
                <a16:creationId xmlns:a16="http://schemas.microsoft.com/office/drawing/2014/main" id="{23225FD6-932A-4641-8E07-54101697850E}"/>
              </a:ext>
            </a:extLst>
          </p:cNvPr>
          <p:cNvSpPr>
            <a:spLocks noGrp="1"/>
          </p:cNvSpPr>
          <p:nvPr>
            <p:ph type="ftr" sz="quarter" idx="17"/>
          </p:nvPr>
        </p:nvSpPr>
        <p:spPr>
          <a:xfrm>
            <a:off x="7619999" y="210114"/>
            <a:ext cx="2297151"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39C4E9FF-24EC-69D2-D096-90B3E3DC303F}"/>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
            </a:fld>
            <a:endParaRPr lang="en-US"/>
          </a:p>
        </p:txBody>
      </p:sp>
      <p:sp>
        <p:nvSpPr>
          <p:cNvPr id="7" name="Content Placeholder 6">
            <a:extLst>
              <a:ext uri="{FF2B5EF4-FFF2-40B4-BE49-F238E27FC236}">
                <a16:creationId xmlns:a16="http://schemas.microsoft.com/office/drawing/2014/main" id="{9D3EC97B-F370-0CA9-CBA3-EA409B5E3BC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0016" y="2054715"/>
            <a:ext cx="6400800" cy="4502965"/>
          </a:xfrm>
        </p:spPr>
        <p:txBody>
          <a:bodyPr>
            <a:normAutofit/>
          </a:bodyPr>
          <a:lstStyle/>
          <a:p>
            <a:pPr marL="0" lvl="0" indent="0">
              <a:spcBef>
                <a:spcPts val="2500"/>
              </a:spcBef>
              <a:buFont typeface="Arial" panose="020B0604020202020204" pitchFamily="34" charset="0"/>
              <a:buNone/>
            </a:pPr>
            <a:r>
              <a:rPr lang="en-US" b="1"/>
              <a:t>Procedural Programming Overview</a:t>
            </a:r>
          </a:p>
          <a:p>
            <a:pPr marL="0" lvl="1" indent="0">
              <a:buFont typeface="Arial" panose="020B0604020202020204" pitchFamily="34" charset="0"/>
              <a:buNone/>
            </a:pPr>
            <a:r>
              <a:rPr lang="en-US"/>
              <a:t>Organizes code around functions operating on shared or loosely related data, suitable for simple tasks.</a:t>
            </a:r>
          </a:p>
          <a:p>
            <a:pPr marL="0" lvl="0" indent="0">
              <a:spcBef>
                <a:spcPts val="2500"/>
              </a:spcBef>
              <a:buFont typeface="Arial" panose="020B0604020202020204" pitchFamily="34" charset="0"/>
              <a:buNone/>
            </a:pPr>
            <a:r>
              <a:rPr lang="en-US" b="1"/>
              <a:t>Object-Oriented Programming Concept</a:t>
            </a:r>
          </a:p>
          <a:p>
            <a:pPr marL="0" lvl="1" indent="0">
              <a:buFont typeface="Arial" panose="020B0604020202020204" pitchFamily="34" charset="0"/>
              <a:buNone/>
            </a:pPr>
            <a:r>
              <a:rPr lang="en-US"/>
              <a:t>Bundles data and behavior into objects representing real-world entities, enhancing code structure and clarity.</a:t>
            </a:r>
          </a:p>
          <a:p>
            <a:pPr marL="0" lvl="0" indent="0">
              <a:spcBef>
                <a:spcPts val="2500"/>
              </a:spcBef>
              <a:buFont typeface="Arial" panose="020B0604020202020204" pitchFamily="34" charset="0"/>
              <a:buNone/>
            </a:pPr>
            <a:r>
              <a:rPr lang="en-US" b="1"/>
              <a:t>Responsibility and Management</a:t>
            </a:r>
          </a:p>
          <a:p>
            <a:pPr marL="0" lvl="1" indent="0">
              <a:buFont typeface="Arial" panose="020B0604020202020204" pitchFamily="34" charset="0"/>
              <a:buNone/>
            </a:pPr>
            <a:r>
              <a:rPr lang="en-US"/>
              <a:t>In procedural code, functions control execution; in OOP, objects manage their own state and behavior.</a:t>
            </a:r>
          </a:p>
          <a:p>
            <a:pPr marL="0" lvl="0" indent="0">
              <a:spcBef>
                <a:spcPts val="2500"/>
              </a:spcBef>
              <a:buFont typeface="Arial" panose="020B0604020202020204" pitchFamily="34" charset="0"/>
              <a:buNone/>
            </a:pPr>
            <a:r>
              <a:rPr lang="en-US" b="1"/>
              <a:t>Applicability and Use Cases</a:t>
            </a:r>
          </a:p>
          <a:p>
            <a:pPr marL="0" lvl="1" indent="0">
              <a:buFont typeface="Arial" panose="020B0604020202020204" pitchFamily="34" charset="0"/>
              <a:buNone/>
            </a:pPr>
            <a:r>
              <a:rPr lang="en-US"/>
              <a:t>OOP suits larger, complex applications; procedural programming is effective for smaller scripts and tasks.</a:t>
            </a:r>
          </a:p>
        </p:txBody>
      </p:sp>
    </p:spTree>
    <p:extLst>
      <p:ext uri="{BB962C8B-B14F-4D97-AF65-F5344CB8AC3E}">
        <p14:creationId xmlns:p14="http://schemas.microsoft.com/office/powerpoint/2010/main" val="106604529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_A06_D9D105EB.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780CFE0-1E27-AE0A-480F-E5CA92C3952A}"/>
              </a:ext>
            </a:extLst>
          </p:cNvPr>
          <p:cNvSpPr>
            <a:spLocks noGrp="1"/>
          </p:cNvSpPr>
          <p:nvPr>
            <p:ph type="title"/>
          </p:nvPr>
        </p:nvSpPr>
        <p:spPr>
          <a:xfrm>
            <a:off x="3018499" y="952500"/>
            <a:ext cx="8887299" cy="5636798"/>
          </a:xfrm>
        </p:spPr>
        <p:txBody>
          <a:bodyPr anchor="b">
            <a:normAutofit/>
          </a:bodyPr>
          <a:lstStyle/>
          <a:p>
            <a:r>
              <a:rPr lang="en-US"/>
              <a:t>Core OOP Concepts in Python</a:t>
            </a:r>
          </a:p>
        </p:txBody>
      </p:sp>
      <p:sp>
        <p:nvSpPr>
          <p:cNvPr id="5" name="Date Placeholder 4">
            <a:extLst>
              <a:ext uri="{FF2B5EF4-FFF2-40B4-BE49-F238E27FC236}">
                <a16:creationId xmlns:a16="http://schemas.microsoft.com/office/drawing/2014/main" id="{BEE034EA-14C8-BF59-020B-3E8981167BBB}"/>
              </a:ext>
            </a:extLst>
          </p:cNvPr>
          <p:cNvSpPr>
            <a:spLocks noGrp="1"/>
          </p:cNvSpPr>
          <p:nvPr>
            <p:ph type="dt" sz="half" idx="10"/>
          </p:nvPr>
        </p:nvSpPr>
        <p:spPr>
          <a:xfrm>
            <a:off x="301752" y="210114"/>
            <a:ext cx="1759288" cy="365760"/>
          </a:xfrm>
        </p:spPr>
        <p:txBody>
          <a:bodyPr anchor="ctr">
            <a:normAutofit/>
          </a:bodyPr>
          <a:lstStyle/>
          <a:p>
            <a:pPr>
              <a:spcAft>
                <a:spcPts val="600"/>
              </a:spcAft>
            </a:pPr>
            <a:fld id="{7DA2CEDE-2AB4-4FB8-9551-E0AA4222B1A3}" type="datetime1">
              <a:rPr lang="en-US" smtClean="0"/>
              <a:pPr>
                <a:spcAft>
                  <a:spcPts val="600"/>
                </a:spcAft>
              </a:pPr>
              <a:t/>
            </a:fld>
            <a:endParaRPr lang="en-US"/>
          </a:p>
        </p:txBody>
      </p:sp>
      <p:sp>
        <p:nvSpPr>
          <p:cNvPr id="6" name="Footer Placeholder 5">
            <a:extLst>
              <a:ext uri="{FF2B5EF4-FFF2-40B4-BE49-F238E27FC236}">
                <a16:creationId xmlns:a16="http://schemas.microsoft.com/office/drawing/2014/main" id="{C54459A6-6652-38FA-F59E-C7C61FB9BBC7}"/>
              </a:ext>
            </a:extLst>
          </p:cNvPr>
          <p:cNvSpPr>
            <a:spLocks noGrp="1"/>
          </p:cNvSpPr>
          <p:nvPr>
            <p:ph type="ftr" sz="quarter" idx="11"/>
          </p:nvPr>
        </p:nvSpPr>
        <p:spPr>
          <a:xfrm>
            <a:off x="7622485" y="210114"/>
            <a:ext cx="2509284" cy="365760"/>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E9AFC9FE-6D76-1802-BA4B-59BF4F1146B4}"/>
              </a:ext>
            </a:extLst>
          </p:cNvPr>
          <p:cNvSpPr>
            <a:spLocks noGrp="1"/>
          </p:cNvSpPr>
          <p:nvPr>
            <p:ph type="sldNum" sz="quarter" idx="12"/>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
            </a:fld>
            <a:endParaRPr lang="en-US"/>
          </a:p>
        </p:txBody>
      </p:sp>
    </p:spTree>
    <p:extLst>
      <p:ext uri="{BB962C8B-B14F-4D97-AF65-F5344CB8AC3E}">
        <p14:creationId xmlns:p14="http://schemas.microsoft.com/office/powerpoint/2010/main" val="36543544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7_2D044F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8AC3C-14B0-18B2-5044-99C4FF2E9527}"/>
              </a:ext>
            </a:extLst>
          </p:cNvPr>
          <p:cNvSpPr>
            <a:spLocks noGrp="1"/>
          </p:cNvSpPr>
          <p:nvPr>
            <p:ph type="title"/>
          </p:nvPr>
        </p:nvSpPr>
        <p:spPr>
          <a:xfrm>
            <a:off x="5210016" y="957435"/>
            <a:ext cx="6400800" cy="885847"/>
          </a:xfrm>
        </p:spPr>
        <p:txBody>
          <a:bodyPr anchor="b">
            <a:normAutofit/>
          </a:bodyPr>
          <a:lstStyle/>
          <a:p>
            <a:r>
              <a:rPr lang="en-US"/>
              <a:t>Classes, Objects, Attributes, and Methods</a:t>
            </a:r>
          </a:p>
        </p:txBody>
      </p:sp>
      <p:pic>
        <p:nvPicPr>
          <p:cNvPr id="8" name="Content Placeholder 7" descr="4K Resolution">
            <a:extLst>
              <a:ext uri="{FF2B5EF4-FFF2-40B4-BE49-F238E27FC236}">
                <a16:creationId xmlns:a16="http://schemas.microsoft.com/office/drawing/2014/main" id="{4738F86E-70C8-430C-8CE7-9866AF08176A}"/>
              </a:ext>
            </a:extLst>
          </p:cNvPr>
          <p:cNvPicPr>
            <a:picLocks noGrp="1" noChangeAspect="1"/>
          </p:cNvPicPr>
          <p:nvPr>
            <p:ph type="pic" sz="quarter" idx="15"/>
          </p:nvPr>
        </p:nvPicPr>
        <p:blipFill>
          <a:blip r:embed="rId3"/>
          <a:srcRect l="30571" r="30895"/>
          <a:stretch>
            <a:fillRect/>
          </a:stretch>
        </p:blipFill>
        <p:spPr>
          <a:xfrm>
            <a:off x="2" y="10"/>
            <a:ext cx="4698090" cy="6857991"/>
          </a:xfrm>
        </p:spPr>
      </p:pic>
      <p:sp>
        <p:nvSpPr>
          <p:cNvPr id="3" name="Date Placeholder 2">
            <a:extLst>
              <a:ext uri="{FF2B5EF4-FFF2-40B4-BE49-F238E27FC236}">
                <a16:creationId xmlns:a16="http://schemas.microsoft.com/office/drawing/2014/main" id="{20B82A46-C972-E666-EFAD-1C9F92585806}"/>
              </a:ext>
            </a:extLst>
          </p:cNvPr>
          <p:cNvSpPr>
            <a:spLocks noGrp="1"/>
          </p:cNvSpPr>
          <p:nvPr>
            <p:ph type="dt" sz="half" idx="16"/>
          </p:nvPr>
        </p:nvSpPr>
        <p:spPr>
          <a:xfrm>
            <a:off x="5213149" y="212239"/>
            <a:ext cx="2208276" cy="365760"/>
          </a:xfrm>
        </p:spPr>
        <p:txBody>
          <a:bodyPr anchor="ctr">
            <a:normAutofit/>
          </a:bodyPr>
          <a:lstStyle/>
          <a:p>
            <a:pPr>
              <a:spcAft>
                <a:spcPts val="600"/>
              </a:spcAft>
            </a:pPr>
            <a:fld id="{7B01CFC0-D171-4F9D-A610-2F47C1080058}" type="datetime1">
              <a:rPr lang="en-US" smtClean="0"/>
              <a:pPr>
                <a:spcAft>
                  <a:spcPts val="600"/>
                </a:spcAft>
              </a:pPr>
              <a:t/>
            </a:fld>
            <a:endParaRPr lang="en-US"/>
          </a:p>
        </p:txBody>
      </p:sp>
      <p:sp>
        <p:nvSpPr>
          <p:cNvPr id="4" name="Footer Placeholder 3">
            <a:extLst>
              <a:ext uri="{FF2B5EF4-FFF2-40B4-BE49-F238E27FC236}">
                <a16:creationId xmlns:a16="http://schemas.microsoft.com/office/drawing/2014/main" id="{5D0F446D-371C-828A-8C15-3292EC3D382E}"/>
              </a:ext>
            </a:extLst>
          </p:cNvPr>
          <p:cNvSpPr>
            <a:spLocks noGrp="1"/>
          </p:cNvSpPr>
          <p:nvPr>
            <p:ph type="ftr" sz="quarter" idx="17"/>
          </p:nvPr>
        </p:nvSpPr>
        <p:spPr>
          <a:xfrm>
            <a:off x="7619999" y="210114"/>
            <a:ext cx="2297151"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8183798A-AA43-31BE-AD8A-C239A2824CB1}"/>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
            </a:fld>
            <a:endParaRPr lang="en-US"/>
          </a:p>
        </p:txBody>
      </p:sp>
      <p:sp>
        <p:nvSpPr>
          <p:cNvPr id="7" name="Content Placeholder 6">
            <a:extLst>
              <a:ext uri="{FF2B5EF4-FFF2-40B4-BE49-F238E27FC236}">
                <a16:creationId xmlns:a16="http://schemas.microsoft.com/office/drawing/2014/main" id="{29C48719-CA04-9A4F-B094-88C0F993F09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0016" y="2054715"/>
            <a:ext cx="6400800" cy="4502965"/>
          </a:xfrm>
        </p:spPr>
        <p:txBody>
          <a:bodyPr>
            <a:normAutofit/>
          </a:bodyPr>
          <a:lstStyle/>
          <a:p>
            <a:pPr marL="0" lvl="0" indent="0">
              <a:spcBef>
                <a:spcPts val="2500"/>
              </a:spcBef>
              <a:buFont typeface="Arial" panose="020B0604020202020204" pitchFamily="34" charset="0"/>
              <a:buNone/>
            </a:pPr>
            <a:r>
              <a:rPr lang="en-US" b="1"/>
              <a:t>Class as Blueprint</a:t>
            </a:r>
          </a:p>
          <a:p>
            <a:pPr marL="0" lvl="1" indent="0">
              <a:buFont typeface="Arial" panose="020B0604020202020204" pitchFamily="34" charset="0"/>
              <a:buNone/>
            </a:pPr>
            <a:r>
              <a:rPr lang="en-US"/>
              <a:t>A class serves as a blueprint defining the structure and behavior of objects created from it.</a:t>
            </a:r>
          </a:p>
          <a:p>
            <a:pPr marL="0" lvl="0" indent="0">
              <a:spcBef>
                <a:spcPts val="2500"/>
              </a:spcBef>
              <a:buFont typeface="Arial" panose="020B0604020202020204" pitchFamily="34" charset="0"/>
              <a:buNone/>
            </a:pPr>
            <a:r>
              <a:rPr lang="en-US" b="1"/>
              <a:t>Objects as Instances</a:t>
            </a:r>
          </a:p>
          <a:p>
            <a:pPr marL="0" lvl="1" indent="0">
              <a:buFont typeface="Arial" panose="020B0604020202020204" pitchFamily="34" charset="0"/>
              <a:buNone/>
            </a:pPr>
            <a:r>
              <a:rPr lang="en-US"/>
              <a:t>Objects are concrete instances created from classes, each with independent states and shared behaviors.</a:t>
            </a:r>
          </a:p>
          <a:p>
            <a:pPr marL="0" lvl="0" indent="0">
              <a:spcBef>
                <a:spcPts val="2500"/>
              </a:spcBef>
              <a:buFont typeface="Arial" panose="020B0604020202020204" pitchFamily="34" charset="0"/>
              <a:buNone/>
            </a:pPr>
            <a:r>
              <a:rPr lang="en-US" b="1"/>
              <a:t>Attributes and Methods</a:t>
            </a:r>
          </a:p>
          <a:p>
            <a:pPr marL="0" lvl="1" indent="0">
              <a:buFont typeface="Arial" panose="020B0604020202020204" pitchFamily="34" charset="0"/>
              <a:buNone/>
            </a:pPr>
            <a:r>
              <a:rPr lang="en-US"/>
              <a:t>Attributes hold object data while methods define the object's behaviors and actions in code.</a:t>
            </a:r>
          </a:p>
          <a:p>
            <a:pPr marL="0" lvl="0" indent="0">
              <a:spcBef>
                <a:spcPts val="2500"/>
              </a:spcBef>
              <a:buFont typeface="Arial" panose="020B0604020202020204" pitchFamily="34" charset="0"/>
              <a:buNone/>
            </a:pPr>
            <a:r>
              <a:rPr lang="en-US" b="1"/>
              <a:t>Python OOP Simplicity</a:t>
            </a:r>
          </a:p>
          <a:p>
            <a:pPr marL="0" lvl="1" indent="0">
              <a:buFont typeface="Arial" panose="020B0604020202020204" pitchFamily="34" charset="0"/>
              <a:buNone/>
            </a:pPr>
            <a:r>
              <a:rPr lang="en-US"/>
              <a:t>Python's readable syntax makes object-oriented programming accessible and beginner-friendly.</a:t>
            </a:r>
          </a:p>
        </p:txBody>
      </p:sp>
    </p:spTree>
    <p:extLst>
      <p:ext uri="{BB962C8B-B14F-4D97-AF65-F5344CB8AC3E}">
        <p14:creationId xmlns:p14="http://schemas.microsoft.com/office/powerpoint/2010/main" val="7552572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_A08_976ED6C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86F0C-4B9E-2100-2554-4D3A37AD74CA}"/>
              </a:ext>
            </a:extLst>
          </p:cNvPr>
          <p:cNvSpPr>
            <a:spLocks noGrp="1"/>
          </p:cNvSpPr>
          <p:nvPr>
            <p:ph type="title"/>
          </p:nvPr>
        </p:nvSpPr>
        <p:spPr>
          <a:xfrm>
            <a:off x="5210016" y="957435"/>
            <a:ext cx="6400800" cy="885847"/>
          </a:xfrm>
        </p:spPr>
        <p:txBody>
          <a:bodyPr anchor="b">
            <a:normAutofit/>
          </a:bodyPr>
          <a:lstStyle/>
          <a:p>
            <a:r>
              <a:rPr lang="en-US"/>
              <a:t>A First Class Example in Python</a:t>
            </a:r>
          </a:p>
        </p:txBody>
      </p:sp>
      <p:pic>
        <p:nvPicPr>
          <p:cNvPr id="8" name="Content Placeholder 7" descr="101010 data lines to infinity">
            <a:extLst>
              <a:ext uri="{FF2B5EF4-FFF2-40B4-BE49-F238E27FC236}">
                <a16:creationId xmlns:a16="http://schemas.microsoft.com/office/drawing/2014/main" id="{7558A66E-444C-43FE-B2ED-2D19F08BC007}"/>
              </a:ext>
            </a:extLst>
          </p:cNvPr>
          <p:cNvPicPr>
            <a:picLocks noGrp="1" noChangeAspect="1"/>
          </p:cNvPicPr>
          <p:nvPr>
            <p:ph type="pic" sz="quarter" idx="15"/>
          </p:nvPr>
        </p:nvPicPr>
        <p:blipFill>
          <a:blip r:embed="rId3"/>
          <a:srcRect l="29964" r="25679" b="1"/>
          <a:stretch>
            <a:fillRect/>
          </a:stretch>
        </p:blipFill>
        <p:spPr>
          <a:xfrm>
            <a:off x="2" y="10"/>
            <a:ext cx="4698090" cy="6857991"/>
          </a:xfrm>
        </p:spPr>
      </p:pic>
      <p:sp>
        <p:nvSpPr>
          <p:cNvPr id="3" name="Date Placeholder 2">
            <a:extLst>
              <a:ext uri="{FF2B5EF4-FFF2-40B4-BE49-F238E27FC236}">
                <a16:creationId xmlns:a16="http://schemas.microsoft.com/office/drawing/2014/main" id="{B273C949-50BF-704D-BB70-92326E1D0028}"/>
              </a:ext>
            </a:extLst>
          </p:cNvPr>
          <p:cNvSpPr>
            <a:spLocks noGrp="1"/>
          </p:cNvSpPr>
          <p:nvPr>
            <p:ph type="dt" sz="half" idx="16"/>
          </p:nvPr>
        </p:nvSpPr>
        <p:spPr>
          <a:xfrm>
            <a:off x="5213149" y="212239"/>
            <a:ext cx="2208276" cy="365760"/>
          </a:xfrm>
        </p:spPr>
        <p:txBody>
          <a:bodyPr anchor="ctr">
            <a:normAutofit/>
          </a:bodyPr>
          <a:lstStyle/>
          <a:p>
            <a:pPr>
              <a:spcAft>
                <a:spcPts val="600"/>
              </a:spcAft>
            </a:pPr>
            <a:fld id="{7B01CFC0-D171-4F9D-A610-2F47C1080058}" type="datetime1">
              <a:rPr lang="en-US" smtClean="0"/>
              <a:pPr>
                <a:spcAft>
                  <a:spcPts val="600"/>
                </a:spcAft>
              </a:pPr>
              <a:t/>
            </a:fld>
            <a:endParaRPr lang="en-US"/>
          </a:p>
        </p:txBody>
      </p:sp>
      <p:sp>
        <p:nvSpPr>
          <p:cNvPr id="4" name="Footer Placeholder 3">
            <a:extLst>
              <a:ext uri="{FF2B5EF4-FFF2-40B4-BE49-F238E27FC236}">
                <a16:creationId xmlns:a16="http://schemas.microsoft.com/office/drawing/2014/main" id="{A037A697-83CF-F27B-8D07-091D46F9249E}"/>
              </a:ext>
            </a:extLst>
          </p:cNvPr>
          <p:cNvSpPr>
            <a:spLocks noGrp="1"/>
          </p:cNvSpPr>
          <p:nvPr>
            <p:ph type="ftr" sz="quarter" idx="17"/>
          </p:nvPr>
        </p:nvSpPr>
        <p:spPr>
          <a:xfrm>
            <a:off x="7619999" y="210114"/>
            <a:ext cx="2297151"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A75548DE-22A9-7F5D-A644-005C5B8DA227}"/>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
            </a:fld>
            <a:endParaRPr lang="en-US"/>
          </a:p>
        </p:txBody>
      </p:sp>
      <p:sp>
        <p:nvSpPr>
          <p:cNvPr id="7" name="Content Placeholder 6">
            <a:extLst>
              <a:ext uri="{FF2B5EF4-FFF2-40B4-BE49-F238E27FC236}">
                <a16:creationId xmlns:a16="http://schemas.microsoft.com/office/drawing/2014/main" id="{FE3D3BB3-E1FA-C4FD-DE7C-82BC3CB8BD0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0016" y="2054715"/>
            <a:ext cx="6400800" cy="4502965"/>
          </a:xfrm>
        </p:spPr>
        <p:txBody>
          <a:bodyPr>
            <a:normAutofit/>
          </a:bodyPr>
          <a:lstStyle/>
          <a:p>
            <a:pPr marL="0" lvl="0" indent="0">
              <a:spcBef>
                <a:spcPts val="2500"/>
              </a:spcBef>
              <a:buFont typeface="Arial" panose="020B0604020202020204" pitchFamily="34" charset="0"/>
              <a:buNone/>
            </a:pPr>
            <a:r>
              <a:rPr lang="en-US" b="1"/>
              <a:t>Class Definition Syntax</a:t>
            </a:r>
          </a:p>
          <a:p>
            <a:pPr marL="0" lvl="1" indent="0">
              <a:buFont typeface="Arial" panose="020B0604020202020204" pitchFamily="34" charset="0"/>
              <a:buNone/>
            </a:pPr>
            <a:r>
              <a:rPr lang="en-US"/>
              <a:t>The class keyword is used to define a new Python class with clear, readable syntax.</a:t>
            </a:r>
          </a:p>
          <a:p>
            <a:pPr marL="0" lvl="0" indent="0">
              <a:spcBef>
                <a:spcPts val="2500"/>
              </a:spcBef>
              <a:buFont typeface="Arial" panose="020B0604020202020204" pitchFamily="34" charset="0"/>
              <a:buNone/>
            </a:pPr>
            <a:r>
              <a:rPr lang="en-US" b="1"/>
              <a:t>Initialization Method</a:t>
            </a:r>
          </a:p>
          <a:p>
            <a:pPr marL="0" lvl="1" indent="0">
              <a:buFont typeface="Arial" panose="020B0604020202020204" pitchFamily="34" charset="0"/>
              <a:buNone/>
            </a:pPr>
            <a:r>
              <a:rPr lang="en-US"/>
              <a:t>The __init__ method initializes new object instances by assigning attribute values.</a:t>
            </a:r>
          </a:p>
          <a:p>
            <a:pPr marL="0" lvl="0" indent="0">
              <a:spcBef>
                <a:spcPts val="2500"/>
              </a:spcBef>
              <a:buFont typeface="Arial" panose="020B0604020202020204" pitchFamily="34" charset="0"/>
              <a:buNone/>
            </a:pPr>
            <a:r>
              <a:rPr lang="en-US" b="1"/>
              <a:t>Self Parameter Purpose</a:t>
            </a:r>
          </a:p>
          <a:p>
            <a:pPr marL="0" lvl="1" indent="0">
              <a:buFont typeface="Arial" panose="020B0604020202020204" pitchFamily="34" charset="0"/>
              <a:buNone/>
            </a:pPr>
            <a:r>
              <a:rPr lang="en-US"/>
              <a:t>The self parameter represents the current object instance and allows access to its attributes and methods.</a:t>
            </a:r>
          </a:p>
          <a:p>
            <a:pPr marL="0" lvl="0" indent="0">
              <a:spcBef>
                <a:spcPts val="2500"/>
              </a:spcBef>
              <a:buFont typeface="Arial" panose="020B0604020202020204" pitchFamily="34" charset="0"/>
              <a:buNone/>
            </a:pPr>
            <a:r>
              <a:rPr lang="en-US" b="1"/>
              <a:t>Practical OOP Understanding</a:t>
            </a:r>
          </a:p>
          <a:p>
            <a:pPr marL="0" lvl="1" indent="0">
              <a:buFont typeface="Arial" panose="020B0604020202020204" pitchFamily="34" charset="0"/>
              <a:buNone/>
            </a:pPr>
            <a:r>
              <a:rPr lang="en-US"/>
              <a:t>This example bridges theory and practice, showing how classes organize code and create objects.</a:t>
            </a:r>
          </a:p>
        </p:txBody>
      </p:sp>
    </p:spTree>
    <p:extLst>
      <p:ext uri="{BB962C8B-B14F-4D97-AF65-F5344CB8AC3E}">
        <p14:creationId xmlns:p14="http://schemas.microsoft.com/office/powerpoint/2010/main" val="25406235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_A09_B3255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76F0A-727A-A0A9-71F2-F4F6B6C608CD}"/>
              </a:ext>
            </a:extLst>
          </p:cNvPr>
          <p:cNvSpPr>
            <a:spLocks noGrp="1"/>
          </p:cNvSpPr>
          <p:nvPr>
            <p:ph type="title"/>
          </p:nvPr>
        </p:nvSpPr>
        <p:spPr>
          <a:xfrm>
            <a:off x="5210016" y="957435"/>
            <a:ext cx="6400800" cy="885847"/>
          </a:xfrm>
        </p:spPr>
        <p:txBody>
          <a:bodyPr anchor="b">
            <a:normAutofit/>
          </a:bodyPr>
          <a:lstStyle/>
          <a:p>
            <a:r>
              <a:rPr lang="en-US"/>
              <a:t>Objects in Action</a:t>
            </a:r>
          </a:p>
        </p:txBody>
      </p:sp>
      <p:pic>
        <p:nvPicPr>
          <p:cNvPr id="8" name="Content Placeholder 7"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9C74EE47-3775-4144-930C-5012ECADBC7C}"/>
              </a:ext>
            </a:extLst>
          </p:cNvPr>
          <p:cNvPicPr>
            <a:picLocks noGrp="1" noChangeAspect="1"/>
          </p:cNvPicPr>
          <p:nvPr>
            <p:ph type="pic" sz="quarter" idx="15"/>
          </p:nvPr>
        </p:nvPicPr>
        <p:blipFill>
          <a:blip r:embed="rId3"/>
          <a:srcRect l="20248" r="34024" b="-1"/>
          <a:stretch>
            <a:fillRect/>
          </a:stretch>
        </p:blipFill>
        <p:spPr>
          <a:xfrm>
            <a:off x="2" y="10"/>
            <a:ext cx="4698090" cy="6857991"/>
          </a:xfrm>
        </p:spPr>
      </p:pic>
      <p:sp>
        <p:nvSpPr>
          <p:cNvPr id="3" name="Date Placeholder 2">
            <a:extLst>
              <a:ext uri="{FF2B5EF4-FFF2-40B4-BE49-F238E27FC236}">
                <a16:creationId xmlns:a16="http://schemas.microsoft.com/office/drawing/2014/main" id="{0404C258-A621-6D31-42C6-DF5CE6DB6B9A}"/>
              </a:ext>
            </a:extLst>
          </p:cNvPr>
          <p:cNvSpPr>
            <a:spLocks noGrp="1"/>
          </p:cNvSpPr>
          <p:nvPr>
            <p:ph type="dt" sz="half" idx="16"/>
          </p:nvPr>
        </p:nvSpPr>
        <p:spPr>
          <a:xfrm>
            <a:off x="5213149" y="212239"/>
            <a:ext cx="2208276" cy="365760"/>
          </a:xfrm>
        </p:spPr>
        <p:txBody>
          <a:bodyPr anchor="ctr">
            <a:normAutofit/>
          </a:bodyPr>
          <a:lstStyle/>
          <a:p>
            <a:pPr>
              <a:spcAft>
                <a:spcPts val="600"/>
              </a:spcAft>
            </a:pPr>
            <a:fld id="{7B01CFC0-D171-4F9D-A610-2F47C1080058}" type="datetime1">
              <a:rPr lang="en-US" smtClean="0"/>
              <a:pPr>
                <a:spcAft>
                  <a:spcPts val="600"/>
                </a:spcAft>
              </a:pPr>
              <a:t/>
            </a:fld>
            <a:endParaRPr lang="en-US"/>
          </a:p>
        </p:txBody>
      </p:sp>
      <p:sp>
        <p:nvSpPr>
          <p:cNvPr id="4" name="Footer Placeholder 3">
            <a:extLst>
              <a:ext uri="{FF2B5EF4-FFF2-40B4-BE49-F238E27FC236}">
                <a16:creationId xmlns:a16="http://schemas.microsoft.com/office/drawing/2014/main" id="{E533A5D6-5D9C-9D87-63A1-F03EB62B5340}"/>
              </a:ext>
            </a:extLst>
          </p:cNvPr>
          <p:cNvSpPr>
            <a:spLocks noGrp="1"/>
          </p:cNvSpPr>
          <p:nvPr>
            <p:ph type="ftr" sz="quarter" idx="17"/>
          </p:nvPr>
        </p:nvSpPr>
        <p:spPr>
          <a:xfrm>
            <a:off x="7619999" y="210114"/>
            <a:ext cx="2297151"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516726DF-9C42-F88D-AE8A-1B44BBA755EE}"/>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
            </a:fld>
            <a:endParaRPr lang="en-US"/>
          </a:p>
        </p:txBody>
      </p:sp>
      <p:sp>
        <p:nvSpPr>
          <p:cNvPr id="7" name="Content Placeholder 6">
            <a:extLst>
              <a:ext uri="{FF2B5EF4-FFF2-40B4-BE49-F238E27FC236}">
                <a16:creationId xmlns:a16="http://schemas.microsoft.com/office/drawing/2014/main" id="{0BDC0D2D-EAEC-CD03-AB02-588AE16457E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0016" y="2054715"/>
            <a:ext cx="6400800" cy="4502965"/>
          </a:xfrm>
        </p:spPr>
        <p:txBody>
          <a:bodyPr>
            <a:normAutofit/>
          </a:bodyPr>
          <a:lstStyle/>
          <a:p>
            <a:pPr marL="0" lvl="0" indent="0">
              <a:spcBef>
                <a:spcPts val="2500"/>
              </a:spcBef>
              <a:buFont typeface="Arial" panose="020B0604020202020204" pitchFamily="34" charset="0"/>
              <a:buNone/>
            </a:pPr>
            <a:r>
              <a:rPr lang="en-US" b="1"/>
              <a:t>Objects Maintain Independent State</a:t>
            </a:r>
          </a:p>
          <a:p>
            <a:pPr marL="0" lvl="1" indent="0">
              <a:buFont typeface="Arial" panose="020B0604020202020204" pitchFamily="34" charset="0"/>
              <a:buNone/>
            </a:pPr>
            <a:r>
              <a:rPr lang="en-US"/>
              <a:t>Each object holds its own data independently, even if created from the same class blueprint.</a:t>
            </a:r>
          </a:p>
          <a:p>
            <a:pPr marL="0" lvl="0" indent="0">
              <a:spcBef>
                <a:spcPts val="2500"/>
              </a:spcBef>
              <a:buFont typeface="Arial" panose="020B0604020202020204" pitchFamily="34" charset="0"/>
              <a:buNone/>
            </a:pPr>
            <a:r>
              <a:rPr lang="en-US" b="1"/>
              <a:t>Shared Structure and Behavior</a:t>
            </a:r>
          </a:p>
          <a:p>
            <a:pPr marL="0" lvl="1" indent="0">
              <a:buFont typeface="Arial" panose="020B0604020202020204" pitchFamily="34" charset="0"/>
              <a:buNone/>
            </a:pPr>
            <a:r>
              <a:rPr lang="en-US"/>
              <a:t>All objects from the same class share the same methods and structure but differ in data values.</a:t>
            </a:r>
          </a:p>
          <a:p>
            <a:pPr marL="0" lvl="0" indent="0">
              <a:spcBef>
                <a:spcPts val="2500"/>
              </a:spcBef>
              <a:buFont typeface="Arial" panose="020B0604020202020204" pitchFamily="34" charset="0"/>
              <a:buNone/>
            </a:pPr>
            <a:r>
              <a:rPr lang="en-US" b="1"/>
              <a:t>Method Calls Pass Self Parameter</a:t>
            </a:r>
          </a:p>
          <a:p>
            <a:pPr marL="0" lvl="1" indent="0">
              <a:buFont typeface="Arial" panose="020B0604020202020204" pitchFamily="34" charset="0"/>
              <a:buNone/>
            </a:pPr>
            <a:r>
              <a:rPr lang="en-US"/>
              <a:t>Calling a method on an object implicitly passes that object as the self parameter for data access.</a:t>
            </a:r>
          </a:p>
          <a:p>
            <a:pPr marL="0" lvl="0" indent="0">
              <a:spcBef>
                <a:spcPts val="2500"/>
              </a:spcBef>
              <a:buFont typeface="Arial" panose="020B0604020202020204" pitchFamily="34" charset="0"/>
              <a:buNone/>
            </a:pPr>
            <a:r>
              <a:rPr lang="en-US" b="1"/>
              <a:t>Objects Interact in OOP Programs</a:t>
            </a:r>
          </a:p>
          <a:p>
            <a:pPr marL="0" lvl="1" indent="0">
              <a:buFont typeface="Arial" panose="020B0604020202020204" pitchFamily="34" charset="0"/>
              <a:buNone/>
            </a:pPr>
            <a:r>
              <a:rPr lang="en-US"/>
              <a:t>Objects communicate by calling methods and exchanging data, driving program behavior dynamically.</a:t>
            </a:r>
          </a:p>
        </p:txBody>
      </p:sp>
    </p:spTree>
    <p:extLst>
      <p:ext uri="{BB962C8B-B14F-4D97-AF65-F5344CB8AC3E}">
        <p14:creationId xmlns:p14="http://schemas.microsoft.com/office/powerpoint/2010/main" val="30055705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_A10_FFC194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556F1-29AA-2F5B-2075-7EC687F91980}"/>
              </a:ext>
            </a:extLst>
          </p:cNvPr>
          <p:cNvSpPr>
            <a:spLocks noGrp="1"/>
          </p:cNvSpPr>
          <p:nvPr>
            <p:ph type="title"/>
          </p:nvPr>
        </p:nvSpPr>
        <p:spPr>
          <a:xfrm>
            <a:off x="5210016" y="957435"/>
            <a:ext cx="6400800" cy="885847"/>
          </a:xfrm>
        </p:spPr>
        <p:txBody>
          <a:bodyPr anchor="b">
            <a:normAutofit/>
          </a:bodyPr>
          <a:lstStyle/>
          <a:p>
            <a:r>
              <a:rPr lang="en-US"/>
              <a:t>When to Use OOP and Best Practices</a:t>
            </a:r>
          </a:p>
        </p:txBody>
      </p:sp>
      <p:pic>
        <p:nvPicPr>
          <p:cNvPr id="8" name="Content Placeholder 7" descr="Files and folders communication concept. Folders network on digital screen.">
            <a:extLst>
              <a:ext uri="{FF2B5EF4-FFF2-40B4-BE49-F238E27FC236}">
                <a16:creationId xmlns:a16="http://schemas.microsoft.com/office/drawing/2014/main" id="{7EB108A0-1604-4B22-9B88-F4CFC464372F}"/>
              </a:ext>
            </a:extLst>
          </p:cNvPr>
          <p:cNvPicPr>
            <a:picLocks noGrp="1" noChangeAspect="1"/>
          </p:cNvPicPr>
          <p:nvPr>
            <p:ph type="pic" sz="quarter" idx="15"/>
          </p:nvPr>
        </p:nvPicPr>
        <p:blipFill>
          <a:blip r:embed="rId3"/>
          <a:srcRect l="31997" r="29469"/>
          <a:stretch>
            <a:fillRect/>
          </a:stretch>
        </p:blipFill>
        <p:spPr>
          <a:xfrm>
            <a:off x="2" y="10"/>
            <a:ext cx="4698090" cy="6857991"/>
          </a:xfrm>
        </p:spPr>
      </p:pic>
      <p:sp>
        <p:nvSpPr>
          <p:cNvPr id="3" name="Date Placeholder 2">
            <a:extLst>
              <a:ext uri="{FF2B5EF4-FFF2-40B4-BE49-F238E27FC236}">
                <a16:creationId xmlns:a16="http://schemas.microsoft.com/office/drawing/2014/main" id="{7A8BCAE6-A971-83B6-0C26-A6E1038004FC}"/>
              </a:ext>
            </a:extLst>
          </p:cNvPr>
          <p:cNvSpPr>
            <a:spLocks noGrp="1"/>
          </p:cNvSpPr>
          <p:nvPr>
            <p:ph type="dt" sz="half" idx="16"/>
          </p:nvPr>
        </p:nvSpPr>
        <p:spPr>
          <a:xfrm>
            <a:off x="5213149" y="212239"/>
            <a:ext cx="2208276" cy="365760"/>
          </a:xfrm>
        </p:spPr>
        <p:txBody>
          <a:bodyPr anchor="ctr">
            <a:normAutofit/>
          </a:bodyPr>
          <a:lstStyle/>
          <a:p>
            <a:pPr>
              <a:spcAft>
                <a:spcPts val="600"/>
              </a:spcAft>
            </a:pPr>
            <a:fld id="{7B01CFC0-D171-4F9D-A610-2F47C1080058}" type="datetime1">
              <a:rPr lang="en-US" smtClean="0"/>
              <a:pPr>
                <a:spcAft>
                  <a:spcPts val="600"/>
                </a:spcAft>
              </a:pPr>
              <a:t/>
            </a:fld>
            <a:endParaRPr lang="en-US"/>
          </a:p>
        </p:txBody>
      </p:sp>
      <p:sp>
        <p:nvSpPr>
          <p:cNvPr id="4" name="Footer Placeholder 3">
            <a:extLst>
              <a:ext uri="{FF2B5EF4-FFF2-40B4-BE49-F238E27FC236}">
                <a16:creationId xmlns:a16="http://schemas.microsoft.com/office/drawing/2014/main" id="{AA811432-8573-51C8-737D-EA1D14927C13}"/>
              </a:ext>
            </a:extLst>
          </p:cNvPr>
          <p:cNvSpPr>
            <a:spLocks noGrp="1"/>
          </p:cNvSpPr>
          <p:nvPr>
            <p:ph type="ftr" sz="quarter" idx="17"/>
          </p:nvPr>
        </p:nvSpPr>
        <p:spPr>
          <a:xfrm>
            <a:off x="7619999" y="210114"/>
            <a:ext cx="2297151" cy="365760"/>
          </a:xfrm>
        </p:spPr>
        <p:txBody>
          <a:bodyPr anchor="ctr">
            <a:normAutofit/>
          </a:bodyPr>
          <a:lstStyle/>
          <a:p>
            <a:pPr>
              <a:spcAft>
                <a:spcPts val="600"/>
              </a:spcAft>
            </a:pPr>
            <a:r>
              <a:rPr lang="en-US"/>
              <a:t>Sample Footer Text</a:t>
            </a:r>
          </a:p>
        </p:txBody>
      </p:sp>
      <p:sp>
        <p:nvSpPr>
          <p:cNvPr id="5" name="Slide Number Placeholder 4">
            <a:extLst>
              <a:ext uri="{FF2B5EF4-FFF2-40B4-BE49-F238E27FC236}">
                <a16:creationId xmlns:a16="http://schemas.microsoft.com/office/drawing/2014/main" id="{5EB20D58-6EE2-19E6-5043-3BD732EAA310}"/>
              </a:ext>
            </a:extLst>
          </p:cNvPr>
          <p:cNvSpPr>
            <a:spLocks noGrp="1"/>
          </p:cNvSpPr>
          <p:nvPr>
            <p:ph type="sldNum" sz="quarter" idx="18"/>
          </p:nvPr>
        </p:nvSpPr>
        <p:spPr>
          <a:xfrm>
            <a:off x="11300323" y="210114"/>
            <a:ext cx="605475" cy="365760"/>
          </a:xfrm>
        </p:spPr>
        <p:txBody>
          <a:bodyPr anchor="ctr">
            <a:normAutofit/>
          </a:bodyPr>
          <a:lstStyle/>
          <a:p>
            <a:pPr>
              <a:spcAft>
                <a:spcPts val="600"/>
              </a:spcAft>
            </a:pPr>
            <a:fld id="{5E0677F5-4A8A-4BF1-96BE-3BAE8FBAFE2E}" type="slidenum">
              <a:rPr lang="en-US" smtClean="0"/>
              <a:pPr>
                <a:spcAft>
                  <a:spcPts val="600"/>
                </a:spcAft>
              </a:pPr>
              <a:t/>
            </a:fld>
            <a:endParaRPr lang="en-US"/>
          </a:p>
        </p:txBody>
      </p:sp>
      <p:sp>
        <p:nvSpPr>
          <p:cNvPr id="7" name="Content Placeholder 6">
            <a:extLst>
              <a:ext uri="{FF2B5EF4-FFF2-40B4-BE49-F238E27FC236}">
                <a16:creationId xmlns:a16="http://schemas.microsoft.com/office/drawing/2014/main" id="{8E3B1357-7696-996D-CE8D-B376072337F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10016" y="2054715"/>
            <a:ext cx="6400800" cy="4502965"/>
          </a:xfrm>
        </p:spPr>
        <p:txBody>
          <a:bodyPr>
            <a:normAutofit/>
          </a:bodyPr>
          <a:lstStyle/>
          <a:p>
            <a:pPr marL="0" lvl="0" indent="0">
              <a:spcBef>
                <a:spcPts val="2500"/>
              </a:spcBef>
              <a:buFont typeface="Arial" panose="020B0604020202020204" pitchFamily="34" charset="0"/>
              <a:buNone/>
            </a:pPr>
            <a:r>
              <a:rPr lang="en-US" b="1"/>
              <a:t>Appropriate Use Cases</a:t>
            </a:r>
          </a:p>
          <a:p>
            <a:pPr marL="0" lvl="1" indent="0">
              <a:buFont typeface="Arial" panose="020B0604020202020204" pitchFamily="34" charset="0"/>
              <a:buNone/>
            </a:pPr>
            <a:r>
              <a:rPr lang="en-US"/>
              <a:t>OOP is ideal for complex systems, reusable libraries, and applications with many interacting entities.</a:t>
            </a:r>
          </a:p>
          <a:p>
            <a:pPr marL="0" lvl="0" indent="0">
              <a:spcBef>
                <a:spcPts val="2500"/>
              </a:spcBef>
              <a:buFont typeface="Arial" panose="020B0604020202020204" pitchFamily="34" charset="0"/>
              <a:buNone/>
            </a:pPr>
            <a:r>
              <a:rPr lang="en-US" b="1"/>
              <a:t>Simplicity in Scripts</a:t>
            </a:r>
          </a:p>
          <a:p>
            <a:pPr marL="0" lvl="1" indent="0">
              <a:buFont typeface="Arial" panose="020B0604020202020204" pitchFamily="34" charset="0"/>
              <a:buNone/>
            </a:pPr>
            <a:r>
              <a:rPr lang="en-US"/>
              <a:t>Simple scripts often benefit from clear, straightforward code without heavy object structures.</a:t>
            </a:r>
          </a:p>
          <a:p>
            <a:pPr marL="0" lvl="0" indent="0">
              <a:spcBef>
                <a:spcPts val="2500"/>
              </a:spcBef>
              <a:buFont typeface="Arial" panose="020B0604020202020204" pitchFamily="34" charset="0"/>
              <a:buNone/>
            </a:pPr>
            <a:r>
              <a:rPr lang="en-US" b="1"/>
              <a:t>Best Practices</a:t>
            </a:r>
          </a:p>
          <a:p>
            <a:pPr marL="0" lvl="1" indent="0">
              <a:buFont typeface="Arial" panose="020B0604020202020204" pitchFamily="34" charset="0"/>
              <a:buNone/>
            </a:pPr>
            <a:r>
              <a:rPr lang="en-US"/>
              <a:t>Focus classes on single responsibility, use clear names, and avoid unnecessary complexity.</a:t>
            </a:r>
          </a:p>
          <a:p>
            <a:pPr marL="0" lvl="0" indent="0">
              <a:spcBef>
                <a:spcPts val="2500"/>
              </a:spcBef>
              <a:buFont typeface="Arial" panose="020B0604020202020204" pitchFamily="34" charset="0"/>
              <a:buNone/>
            </a:pPr>
            <a:r>
              <a:rPr lang="en-US" b="1"/>
              <a:t>Composition over Inheritance</a:t>
            </a:r>
          </a:p>
          <a:p>
            <a:pPr marL="0" lvl="1" indent="0">
              <a:buFont typeface="Arial" panose="020B0604020202020204" pitchFamily="34" charset="0"/>
              <a:buNone/>
            </a:pPr>
            <a:r>
              <a:rPr lang="en-US"/>
              <a:t>Use composition as a flexible alternative to inheritance to enhance maintainability.</a:t>
            </a:r>
          </a:p>
        </p:txBody>
      </p:sp>
    </p:spTree>
    <p:extLst>
      <p:ext uri="{BB962C8B-B14F-4D97-AF65-F5344CB8AC3E}">
        <p14:creationId xmlns:p14="http://schemas.microsoft.com/office/powerpoint/2010/main" val="42908764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_0_AD66067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68B7FD92.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_wac_EF_v6" id="{47884C33-930F-4983-8A90-805F27C1336E}" vid="{C24D1BEE-D710-440D-8162-B32A89E9C683}"/>
    </a:ext>
  </a:extLst>
</a:theme>
</file>

<file path=docProps/core.xml><?xml version="1.0" encoding="utf-8"?>
<cp:coreProperties xmlns:cp="http://schemas.openxmlformats.org/package/2006/metadata/core-properties" xmlns:dc="http://purl.org/dc/elements/1.1/" xmlns:dcterms="http://purl.org/dc/terms/" xmlns:xsi="http://www.w3.org/2001/XMLSchema-instance">
  <dc:creator>dusan.juhas@zf.com</dc:creator>
  <cp:lastModifiedBy>dusan.juhas@zf.com</cp:lastModifiedBy>
</cp:coreProperties>
</file>